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65" r:id="rId5"/>
    <p:sldId id="266" r:id="rId6"/>
    <p:sldId id="269" r:id="rId7"/>
    <p:sldId id="272" r:id="rId8"/>
    <p:sldId id="275" r:id="rId9"/>
    <p:sldId id="276" r:id="rId10"/>
    <p:sldId id="277" r:id="rId11"/>
    <p:sldId id="278" r:id="rId12"/>
    <p:sldId id="279" r:id="rId13"/>
    <p:sldId id="280" r:id="rId14"/>
    <p:sldId id="281" r:id="rId15"/>
    <p:sldId id="282" r:id="rId16"/>
    <p:sldId id="283" r:id="rId17"/>
    <p:sldId id="284" r:id="rId18"/>
    <p:sldId id="285" r:id="rId19"/>
  </p:sldIdLst>
  <p:sldSz cx="12192000" cy="6858000"/>
  <p:notesSz cx="6858000" cy="9144000"/>
  <p:custDataLst>
    <p:tags r:id="rId23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gs" Target="tags/tag57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B62CB-CEFC-4E64-98C7-C591CC7F2212}" type="datetimeFigureOut">
              <a:rPr lang="en-SG" smtClean="0"/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822E3-F322-4E27-BC49-97D47A86490A}" type="slidenum">
              <a:rPr lang="en-SG" smtClean="0"/>
            </a:fld>
            <a:endParaRPr lang="en-SG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B62CB-CEFC-4E64-98C7-C591CC7F2212}" type="datetimeFigureOut">
              <a:rPr lang="en-SG" smtClean="0"/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822E3-F322-4E27-BC49-97D47A86490A}" type="slidenum">
              <a:rPr lang="en-SG" smtClean="0"/>
            </a:fld>
            <a:endParaRPr lang="en-SG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B62CB-CEFC-4E64-98C7-C591CC7F2212}" type="datetimeFigureOut">
              <a:rPr lang="en-SG" smtClean="0"/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822E3-F322-4E27-BC49-97D47A86490A}" type="slidenum">
              <a:rPr lang="en-SG" smtClean="0"/>
            </a:fld>
            <a:endParaRPr lang="en-SG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B62CB-CEFC-4E64-98C7-C591CC7F2212}" type="datetimeFigureOut">
              <a:rPr lang="en-SG" smtClean="0"/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822E3-F322-4E27-BC49-97D47A86490A}" type="slidenum">
              <a:rPr lang="en-SG" smtClean="0"/>
            </a:fld>
            <a:endParaRPr lang="en-SG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B62CB-CEFC-4E64-98C7-C591CC7F2212}" type="datetimeFigureOut">
              <a:rPr lang="en-SG" smtClean="0"/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822E3-F322-4E27-BC49-97D47A86490A}" type="slidenum">
              <a:rPr lang="en-SG" smtClean="0"/>
            </a:fld>
            <a:endParaRPr lang="en-SG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B62CB-CEFC-4E64-98C7-C591CC7F2212}" type="datetimeFigureOut">
              <a:rPr lang="en-SG" smtClean="0"/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822E3-F322-4E27-BC49-97D47A86490A}" type="slidenum">
              <a:rPr lang="en-SG" smtClean="0"/>
            </a:fld>
            <a:endParaRPr lang="en-SG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B62CB-CEFC-4E64-98C7-C591CC7F2212}" type="datetimeFigureOut">
              <a:rPr lang="en-SG" smtClean="0"/>
            </a:fld>
            <a:endParaRPr lang="en-S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822E3-F322-4E27-BC49-97D47A86490A}" type="slidenum">
              <a:rPr lang="en-SG" smtClean="0"/>
            </a:fld>
            <a:endParaRPr lang="en-SG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0965" indent="0">
              <a:buNone/>
              <a:defRPr sz="1000"/>
            </a:lvl4pPr>
            <a:lvl5pPr marL="1828165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130" indent="0">
              <a:buNone/>
              <a:defRPr sz="1000"/>
            </a:lvl8pPr>
            <a:lvl9pPr marL="365633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B62CB-CEFC-4E64-98C7-C591CC7F2212}" type="datetimeFigureOut">
              <a:rPr lang="en-SG" smtClean="0"/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822E3-F322-4E27-BC49-97D47A86490A}" type="slidenum">
              <a:rPr lang="en-SG" smtClean="0"/>
            </a:fld>
            <a:endParaRPr lang="en-SG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822E3-F322-4E27-BC49-97D47A86490A}" type="slidenum">
              <a:rPr lang="en-SG" smtClean="0"/>
            </a:fld>
            <a:endParaRPr lang="en-S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B62CB-CEFC-4E64-98C7-C591CC7F2212}" type="datetimeFigureOut">
              <a:rPr lang="en-SG" smtClean="0"/>
            </a:fld>
            <a:endParaRPr lang="en-SG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B62CB-CEFC-4E64-98C7-C591CC7F2212}" type="datetimeFigureOut">
              <a:rPr lang="en-SG" smtClean="0"/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822E3-F322-4E27-BC49-97D47A86490A}" type="slidenum">
              <a:rPr lang="en-SG" smtClean="0"/>
            </a:fld>
            <a:endParaRPr lang="en-SG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B62CB-CEFC-4E64-98C7-C591CC7F2212}" type="datetimeFigureOut">
              <a:rPr lang="en-SG" smtClean="0"/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822E3-F322-4E27-BC49-97D47A86490A}" type="slidenum">
              <a:rPr lang="en-SG" smtClean="0"/>
            </a:fld>
            <a:endParaRPr lang="en-SG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”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B62CB-CEFC-4E64-98C7-C591CC7F2212}" type="datetimeFigureOut">
              <a:rPr lang="en-SG" smtClean="0"/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822E3-F322-4E27-BC49-97D47A86490A}" type="slidenum">
              <a:rPr lang="en-SG" smtClean="0"/>
            </a:fld>
            <a:endParaRPr lang="en-SG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B62CB-CEFC-4E64-98C7-C591CC7F2212}" type="datetimeFigureOut">
              <a:rPr lang="en-SG" smtClean="0"/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822E3-F322-4E27-BC49-97D47A86490A}" type="slidenum">
              <a:rPr lang="en-SG" smtClean="0"/>
            </a:fld>
            <a:endParaRPr lang="en-SG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”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B62CB-CEFC-4E64-98C7-C591CC7F2212}" type="datetimeFigureOut">
              <a:rPr lang="en-SG" smtClean="0"/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822E3-F322-4E27-BC49-97D47A86490A}" type="slidenum">
              <a:rPr lang="en-SG" smtClean="0"/>
            </a:fld>
            <a:endParaRPr lang="en-SG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B62CB-CEFC-4E64-98C7-C591CC7F2212}" type="datetimeFigureOut">
              <a:rPr lang="en-SG" smtClean="0"/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822E3-F322-4E27-BC49-97D47A86490A}" type="slidenum">
              <a:rPr lang="en-SG" smtClean="0"/>
            </a:fld>
            <a:endParaRPr lang="en-SG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B62CB-CEFC-4E64-98C7-C591CC7F2212}" type="datetimeFigureOut">
              <a:rPr lang="en-SG" smtClean="0"/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822E3-F322-4E27-BC49-97D47A86490A}" type="slidenum">
              <a:rPr lang="en-SG" smtClean="0"/>
            </a:fld>
            <a:endParaRPr lang="en-SG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FB62CB-CEFC-4E64-98C7-C591CC7F2212}" type="datetimeFigureOut">
              <a:rPr lang="en-SG" smtClean="0"/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1B9822E3-F322-4E27-BC49-97D47A86490A}" type="slidenum">
              <a:rPr lang="en-SG" smtClean="0"/>
            </a:fld>
            <a:endParaRPr lang="en-SG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4.xml"/><Relationship Id="rId8" Type="http://schemas.openxmlformats.org/officeDocument/2006/relationships/tags" Target="../tags/tag13.xml"/><Relationship Id="rId7" Type="http://schemas.openxmlformats.org/officeDocument/2006/relationships/tags" Target="../tags/tag12.xml"/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5" Type="http://schemas.openxmlformats.org/officeDocument/2006/relationships/slideLayout" Target="../slideLayouts/slideLayout1.xml"/><Relationship Id="rId14" Type="http://schemas.openxmlformats.org/officeDocument/2006/relationships/tags" Target="../tags/tag19.xml"/><Relationship Id="rId13" Type="http://schemas.openxmlformats.org/officeDocument/2006/relationships/tags" Target="../tags/tag18.xml"/><Relationship Id="rId12" Type="http://schemas.openxmlformats.org/officeDocument/2006/relationships/tags" Target="../tags/tag17.xml"/><Relationship Id="rId11" Type="http://schemas.openxmlformats.org/officeDocument/2006/relationships/tags" Target="../tags/tag16.xml"/><Relationship Id="rId10" Type="http://schemas.openxmlformats.org/officeDocument/2006/relationships/tags" Target="../tags/tag15.xml"/><Relationship Id="rId1" Type="http://schemas.openxmlformats.org/officeDocument/2006/relationships/tags" Target="../tags/tag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27.xml"/><Relationship Id="rId7" Type="http://schemas.openxmlformats.org/officeDocument/2006/relationships/tags" Target="../tags/tag26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36.xml"/><Relationship Id="rId8" Type="http://schemas.openxmlformats.org/officeDocument/2006/relationships/tags" Target="../tags/tag35.xml"/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0" Type="http://schemas.openxmlformats.org/officeDocument/2006/relationships/slideLayout" Target="../slideLayouts/slideLayout1.xml"/><Relationship Id="rId1" Type="http://schemas.openxmlformats.org/officeDocument/2006/relationships/tags" Target="../tags/tag28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45.xml"/><Relationship Id="rId8" Type="http://schemas.openxmlformats.org/officeDocument/2006/relationships/tags" Target="../tags/tag44.xml"/><Relationship Id="rId7" Type="http://schemas.openxmlformats.org/officeDocument/2006/relationships/tags" Target="../tags/tag43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1" Type="http://schemas.openxmlformats.org/officeDocument/2006/relationships/slideLayout" Target="../slideLayouts/slideLayout1.xml"/><Relationship Id="rId20" Type="http://schemas.openxmlformats.org/officeDocument/2006/relationships/tags" Target="../tags/tag56.xml"/><Relationship Id="rId2" Type="http://schemas.openxmlformats.org/officeDocument/2006/relationships/tags" Target="../tags/tag38.xml"/><Relationship Id="rId19" Type="http://schemas.openxmlformats.org/officeDocument/2006/relationships/tags" Target="../tags/tag55.xml"/><Relationship Id="rId18" Type="http://schemas.openxmlformats.org/officeDocument/2006/relationships/tags" Target="../tags/tag54.xml"/><Relationship Id="rId17" Type="http://schemas.openxmlformats.org/officeDocument/2006/relationships/tags" Target="../tags/tag53.xml"/><Relationship Id="rId16" Type="http://schemas.openxmlformats.org/officeDocument/2006/relationships/tags" Target="../tags/tag52.xml"/><Relationship Id="rId15" Type="http://schemas.openxmlformats.org/officeDocument/2006/relationships/tags" Target="../tags/tag51.xml"/><Relationship Id="rId14" Type="http://schemas.openxmlformats.org/officeDocument/2006/relationships/tags" Target="../tags/tag50.xml"/><Relationship Id="rId13" Type="http://schemas.openxmlformats.org/officeDocument/2006/relationships/tags" Target="../tags/tag49.xml"/><Relationship Id="rId12" Type="http://schemas.openxmlformats.org/officeDocument/2006/relationships/tags" Target="../tags/tag48.xml"/><Relationship Id="rId11" Type="http://schemas.openxmlformats.org/officeDocument/2006/relationships/tags" Target="../tags/tag47.xml"/><Relationship Id="rId10" Type="http://schemas.openxmlformats.org/officeDocument/2006/relationships/tags" Target="../tags/tag46.xml"/><Relationship Id="rId1" Type="http://schemas.openxmlformats.org/officeDocument/2006/relationships/tags" Target="../tags/tag3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4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70" y="180975"/>
            <a:ext cx="673100" cy="570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ubtitle 2"/>
          <p:cNvSpPr txBox="1"/>
          <p:nvPr>
            <p:custDataLst>
              <p:tags r:id="rId3"/>
            </p:custDataLst>
          </p:nvPr>
        </p:nvSpPr>
        <p:spPr>
          <a:xfrm>
            <a:off x="519430" y="145415"/>
            <a:ext cx="2653030" cy="71564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160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ĐẠI 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HỌC TRÀ VINH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TRA VINH UNIVERSITY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Box 4"/>
          <p:cNvSpPr txBox="1"/>
          <p:nvPr>
            <p:custDataLst>
              <p:tags r:id="rId4"/>
            </p:custDataLst>
          </p:nvPr>
        </p:nvSpPr>
        <p:spPr>
          <a:xfrm>
            <a:off x="1033145" y="1494790"/>
            <a:ext cx="9116695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vi-VN" sz="4000" b="1">
                <a:latin typeface="Arial" panose="020B0604020202020204" pitchFamily="34" charset="0"/>
                <a:cs typeface="Arial" panose="020B0604020202020204" pitchFamily="34" charset="0"/>
              </a:rPr>
              <a:t>ĐỒ </a:t>
            </a:r>
            <a:r>
              <a:rPr lang="vi-VN" sz="4000" b="1">
                <a:latin typeface="Arial" panose="020B0604020202020204" pitchFamily="34" charset="0"/>
                <a:cs typeface="Arial" panose="020B0604020202020204" pitchFamily="34" charset="0"/>
              </a:rPr>
              <a:t>ÁN TỐT NGHIỆP</a:t>
            </a:r>
            <a:endParaRPr lang="vi-VN" sz="40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vi-VN" sz="40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en-US" sz="400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altLang="en-US" sz="4000">
                <a:latin typeface="Arial" panose="020B0604020202020204" pitchFamily="34" charset="0"/>
                <a:cs typeface="Arial" panose="020B0604020202020204" pitchFamily="34" charset="0"/>
              </a:rPr>
              <a:t>Â</a:t>
            </a:r>
            <a:r>
              <a:rPr lang="en-US" altLang="en-US" sz="4000">
                <a:latin typeface="Arial" panose="020B0604020202020204" pitchFamily="34" charset="0"/>
                <a:cs typeface="Arial" panose="020B0604020202020204" pitchFamily="34" charset="0"/>
              </a:rPr>
              <a:t>Y DỰNG </a:t>
            </a:r>
            <a:r>
              <a:rPr lang="vi-VN" altLang="en-US" sz="4000">
                <a:latin typeface="Arial" panose="020B0604020202020204" pitchFamily="34" charset="0"/>
                <a:cs typeface="Arial" panose="020B0604020202020204" pitchFamily="34" charset="0"/>
              </a:rPr>
              <a:t>WEBSITE</a:t>
            </a:r>
            <a:r>
              <a:rPr lang="en-US" altLang="en-US" sz="4000">
                <a:latin typeface="Arial" panose="020B0604020202020204" pitchFamily="34" charset="0"/>
                <a:cs typeface="Arial" panose="020B0604020202020204" pitchFamily="34" charset="0"/>
              </a:rPr>
              <a:t> TH</a:t>
            </a:r>
            <a:r>
              <a:rPr lang="en-US" altLang="en-US" sz="4000">
                <a:latin typeface="Arial" panose="020B0604020202020204" pitchFamily="34" charset="0"/>
                <a:cs typeface="Arial" panose="020B0604020202020204" pitchFamily="34" charset="0"/>
              </a:rPr>
              <a:t>Ư </a:t>
            </a:r>
            <a:r>
              <a:rPr lang="en-US" altLang="en-US" sz="4000">
                <a:latin typeface="Arial" panose="020B0604020202020204" pitchFamily="34" charset="0"/>
                <a:cs typeface="Arial" panose="020B0604020202020204" pitchFamily="34" charset="0"/>
              </a:rPr>
              <a:t>VIỆN SỐ THÔNG MINH</a:t>
            </a:r>
            <a:endParaRPr lang="en-US" altLang="en-US" sz="4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ubtitle 2"/>
          <p:cNvSpPr txBox="1"/>
          <p:nvPr>
            <p:custDataLst>
              <p:tags r:id="rId5"/>
            </p:custDataLst>
          </p:nvPr>
        </p:nvSpPr>
        <p:spPr>
          <a:xfrm>
            <a:off x="270874" y="4830204"/>
            <a:ext cx="2534429" cy="109689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700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Giảng</a:t>
            </a:r>
            <a:r>
              <a:rPr lang="en-US" sz="17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viên</a:t>
            </a:r>
            <a:r>
              <a:rPr lang="en-US" sz="17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hướng</a:t>
            </a:r>
            <a:r>
              <a:rPr lang="en-US" sz="17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dẫn</a:t>
            </a:r>
            <a:r>
              <a:rPr lang="en-US" sz="17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sz="1700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1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TS. Đoàn Phước Miề</a:t>
            </a:r>
            <a:r>
              <a:rPr lang="vi-VN" altLang="en-US" sz="1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endParaRPr lang="vi-VN" altLang="en-US" sz="17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ubtitle 2"/>
          <p:cNvSpPr txBox="1"/>
          <p:nvPr>
            <p:custDataLst>
              <p:tags r:id="rId6"/>
            </p:custDataLst>
          </p:nvPr>
        </p:nvSpPr>
        <p:spPr>
          <a:xfrm>
            <a:off x="6257290" y="4830445"/>
            <a:ext cx="3055620" cy="155892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/>
            <a:r>
              <a:rPr lang="en-US" sz="1700" i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Sinh </a:t>
            </a:r>
            <a:r>
              <a:rPr lang="en-US" sz="1700" i="1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viên</a:t>
            </a:r>
            <a:r>
              <a:rPr lang="en-US" sz="1700" i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700" i="1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thực</a:t>
            </a:r>
            <a:r>
              <a:rPr lang="en-US" sz="1700" i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700" i="1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hiện</a:t>
            </a:r>
            <a:r>
              <a:rPr lang="en-US" sz="1700" i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</a:t>
            </a:r>
            <a:endParaRPr lang="en-US" sz="1700" dirty="0"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l"/>
            <a:r>
              <a:rPr lang="en-US" sz="17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Họ</a:t>
            </a:r>
            <a:r>
              <a:rPr lang="en-US" sz="17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tên</a:t>
            </a:r>
            <a:r>
              <a:rPr lang="en-US" sz="17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</a:t>
            </a:r>
            <a:r>
              <a:rPr lang="vi-VN" altLang="en-US" sz="17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Đỗ Thị Kim Hương</a:t>
            </a:r>
            <a:r>
              <a:rPr lang="en-US" sz="17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	</a:t>
            </a:r>
            <a:endParaRPr lang="en-US" sz="1700" dirty="0"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l"/>
            <a:r>
              <a:rPr lang="en-US" sz="17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MSSV: 1101220</a:t>
            </a:r>
            <a:r>
              <a:rPr lang="vi-VN" altLang="en-US" sz="17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83</a:t>
            </a:r>
            <a:endParaRPr lang="en-US" sz="1700" dirty="0"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l"/>
            <a:r>
              <a:rPr lang="en-US" sz="17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Lớp</a:t>
            </a:r>
            <a:r>
              <a:rPr lang="en-US" sz="17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DA22TTD</a:t>
            </a:r>
            <a:endParaRPr lang="en-US" sz="1700" dirty="0"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对象2"/>
          <p:cNvSpPr/>
          <p:nvPr>
            <p:custDataLst>
              <p:tags r:id="rId1"/>
            </p:custDataLst>
          </p:nvPr>
        </p:nvSpPr>
        <p:spPr>
          <a:xfrm>
            <a:off x="236211" y="1678593"/>
            <a:ext cx="9951506" cy="1143617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2">
                <a:lumMod val="60000"/>
                <a:lumOff val="40000"/>
              </a:schemeClr>
            </a:solidFill>
            <a:prstDash val="dash"/>
          </a:ln>
        </p:spPr>
        <p:txBody>
          <a:bodyPr wrap="square"/>
          <a:p>
            <a:pPr algn="just"/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25" name="对象2"/>
          <p:cNvSpPr/>
          <p:nvPr>
            <p:custDataLst>
              <p:tags r:id="rId2"/>
            </p:custDataLst>
          </p:nvPr>
        </p:nvSpPr>
        <p:spPr>
          <a:xfrm>
            <a:off x="236211" y="1678593"/>
            <a:ext cx="9951506" cy="2339718"/>
          </a:xfrm>
          <a:prstGeom prst="roundRect">
            <a:avLst>
              <a:gd name="adj" fmla="val 25001"/>
            </a:avLst>
          </a:prstGeom>
          <a:noFill/>
          <a:ln>
            <a:solidFill>
              <a:schemeClr val="accent2">
                <a:lumMod val="60000"/>
                <a:lumOff val="40000"/>
              </a:schemeClr>
            </a:solidFill>
            <a:prstDash val="dash"/>
          </a:ln>
        </p:spPr>
        <p:txBody>
          <a:bodyPr wrap="square"/>
          <a:p>
            <a:pPr algn="just"/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26" name="对象2"/>
          <p:cNvSpPr/>
          <p:nvPr>
            <p:custDataLst>
              <p:tags r:id="rId3"/>
            </p:custDataLst>
          </p:nvPr>
        </p:nvSpPr>
        <p:spPr>
          <a:xfrm>
            <a:off x="236211" y="1678593"/>
            <a:ext cx="9951506" cy="3631604"/>
          </a:xfrm>
          <a:prstGeom prst="roundRect">
            <a:avLst>
              <a:gd name="adj" fmla="val 15703"/>
            </a:avLst>
          </a:prstGeom>
          <a:noFill/>
          <a:ln>
            <a:solidFill>
              <a:schemeClr val="accent2">
                <a:lumMod val="60000"/>
                <a:lumOff val="40000"/>
              </a:schemeClr>
            </a:solidFill>
            <a:prstDash val="dash"/>
          </a:ln>
        </p:spPr>
        <p:txBody>
          <a:bodyPr wrap="square"/>
          <a:p>
            <a:pPr algn="just"/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27" name="对象18"/>
          <p:cNvSpPr/>
          <p:nvPr>
            <p:custDataLst>
              <p:tags r:id="rId4"/>
            </p:custDataLst>
          </p:nvPr>
        </p:nvSpPr>
        <p:spPr>
          <a:xfrm>
            <a:off x="2895837" y="1290036"/>
            <a:ext cx="4561449" cy="775358"/>
          </a:xfrm>
          <a:prstGeom prst="roundRect">
            <a:avLst/>
          </a:prstGeom>
          <a:gradFill>
            <a:gsLst>
              <a:gs pos="0">
                <a:schemeClr val="accent1">
                  <a:alpha val="10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0" scaled="0"/>
          </a:gradFill>
          <a:ln w="254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1" forceAA="0" compatLnSpc="1">
            <a:normAutofit/>
          </a:bodyPr>
          <a:p>
            <a:pPr lvl="0" algn="l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3600" b="1">
                <a:solidFill>
                  <a:schemeClr val="lt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Nội dung đồ án</a:t>
            </a:r>
            <a:endParaRPr lang="en-US" sz="3600" b="1">
              <a:solidFill>
                <a:schemeClr val="lt1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428" name="对象4"/>
          <p:cNvSpPr/>
          <p:nvPr>
            <p:custDataLst>
              <p:tags r:id="rId5"/>
            </p:custDataLst>
          </p:nvPr>
        </p:nvSpPr>
        <p:spPr>
          <a:xfrm>
            <a:off x="549867" y="2427619"/>
            <a:ext cx="4561449" cy="817491"/>
          </a:xfrm>
          <a:prstGeom prst="roundRect">
            <a:avLst/>
          </a:prstGeom>
          <a:solidFill>
            <a:schemeClr val="accent1">
              <a:lumMod val="10000"/>
              <a:lumOff val="90000"/>
            </a:schemeClr>
          </a:solidFill>
          <a:ln w="254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791845" rIns="108000" numCol="1" spcCol="0" rtlCol="0" fromWordArt="0" anchor="ctr" anchorCtr="0" forceAA="0" compatLnSpc="1">
            <a:normAutofit/>
          </a:bodyPr>
          <a:p>
            <a:pPr lvl="0" algn="l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vi-VN" altLang="en-US" sz="2000" dirty="0">
                <a:solidFill>
                  <a:schemeClr val="dk1">
                    <a:lumMod val="80000"/>
                    <a:lumOff val="20000"/>
                  </a:schemeClr>
                </a:solidFill>
                <a:latin typeface="+mn-lt"/>
                <a:sym typeface="+mn-ea"/>
              </a:rPr>
              <a:t>Lí do chọn đề tài</a:t>
            </a:r>
            <a:r>
              <a:rPr lang="en-US" altLang="en-US" sz="2000" dirty="0">
                <a:solidFill>
                  <a:schemeClr val="dk1">
                    <a:lumMod val="80000"/>
                    <a:lumOff val="20000"/>
                  </a:schemeClr>
                </a:solidFill>
                <a:latin typeface="+mn-lt"/>
                <a:sym typeface="+mn-ea"/>
              </a:rPr>
              <a:t>, mục tiêu nghiên cứu</a:t>
            </a:r>
            <a:endParaRPr lang="en-US" altLang="en-US" sz="2000" dirty="0">
              <a:solidFill>
                <a:schemeClr val="dk1">
                  <a:lumMod val="80000"/>
                  <a:lumOff val="20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429" name="对象5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664561" y="2606097"/>
            <a:ext cx="461118" cy="461118"/>
          </a:xfrm>
          <a:prstGeom prst="ellipse">
            <a:avLst/>
          </a:prstGeom>
          <a:gradFill>
            <a:gsLst>
              <a:gs pos="0">
                <a:schemeClr val="accent1">
                  <a:alpha val="10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0" scaled="0"/>
          </a:gradFill>
          <a:ln w="254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1" forceAA="0" compatLnSpc="1">
            <a:noAutofit/>
          </a:bodyPr>
          <a:p>
            <a:pPr lvl="0" algn="l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1600" b="1" dirty="0">
                <a:solidFill>
                  <a:schemeClr val="lt1">
                    <a:lumMod val="100000"/>
                  </a:schemeClr>
                </a:solidFill>
                <a:latin typeface="+mn-lt"/>
                <a:sym typeface="+mn-lt"/>
              </a:rPr>
              <a:t>1</a:t>
            </a:r>
            <a:endParaRPr lang="en-US" sz="1600" b="1" dirty="0">
              <a:solidFill>
                <a:schemeClr val="lt1">
                  <a:lumMod val="100000"/>
                </a:schemeClr>
              </a:solidFill>
              <a:latin typeface="+mn-lt"/>
              <a:sym typeface="+mn-lt"/>
            </a:endParaRPr>
          </a:p>
        </p:txBody>
      </p:sp>
      <p:sp>
        <p:nvSpPr>
          <p:cNvPr id="430" name="对象7"/>
          <p:cNvSpPr/>
          <p:nvPr>
            <p:custDataLst>
              <p:tags r:id="rId7"/>
            </p:custDataLst>
          </p:nvPr>
        </p:nvSpPr>
        <p:spPr>
          <a:xfrm>
            <a:off x="5323733" y="2419426"/>
            <a:ext cx="4561449" cy="817491"/>
          </a:xfrm>
          <a:prstGeom prst="roundRect">
            <a:avLst/>
          </a:prstGeom>
          <a:solidFill>
            <a:schemeClr val="accent2">
              <a:lumMod val="10000"/>
              <a:lumOff val="90000"/>
            </a:schemeClr>
          </a:solidFill>
          <a:ln w="254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791845" rIns="108000" numCol="1" spcCol="0" rtlCol="0" fromWordArt="0" anchor="ctr" anchorCtr="0" forceAA="0" compatLnSpc="1">
            <a:normAutofit/>
          </a:bodyPr>
          <a:p>
            <a:pPr lvl="0" algn="l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en-US" sz="2000" dirty="0">
                <a:solidFill>
                  <a:schemeClr val="dk1">
                    <a:lumMod val="80000"/>
                    <a:lumOff val="2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Kết quả </a:t>
            </a:r>
            <a:r>
              <a:rPr lang="en-US" altLang="en-US" sz="2000" dirty="0">
                <a:solidFill>
                  <a:schemeClr val="dk1">
                    <a:lumMod val="80000"/>
                    <a:lumOff val="2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đ</a:t>
            </a:r>
            <a:r>
              <a:rPr lang="en-US" altLang="en-US" sz="2000" dirty="0">
                <a:solidFill>
                  <a:schemeClr val="dk1">
                    <a:lumMod val="80000"/>
                    <a:lumOff val="2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ạt </a:t>
            </a:r>
            <a:r>
              <a:rPr lang="en-US" altLang="en-US" sz="2000" dirty="0">
                <a:solidFill>
                  <a:schemeClr val="dk1">
                    <a:lumMod val="80000"/>
                    <a:lumOff val="2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đư</a:t>
            </a:r>
            <a:r>
              <a:rPr lang="en-US" altLang="en-US" sz="2000" dirty="0">
                <a:solidFill>
                  <a:schemeClr val="dk1">
                    <a:lumMod val="80000"/>
                    <a:lumOff val="2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ợc</a:t>
            </a:r>
            <a:endParaRPr lang="en-US" altLang="en-US" sz="2000" dirty="0">
              <a:solidFill>
                <a:schemeClr val="dk1">
                  <a:lumMod val="80000"/>
                  <a:lumOff val="2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431" name="对象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438429" y="2597319"/>
            <a:ext cx="461137" cy="461137"/>
          </a:xfrm>
          <a:prstGeom prst="ellipse">
            <a:avLst/>
          </a:prstGeom>
          <a:gradFill>
            <a:gsLst>
              <a:gs pos="0">
                <a:schemeClr val="accent2">
                  <a:alpha val="100000"/>
                </a:schemeClr>
              </a:gs>
              <a:gs pos="100000">
                <a:schemeClr val="accent2">
                  <a:alpha val="100000"/>
                </a:schemeClr>
              </a:gs>
            </a:gsLst>
            <a:lin ang="0" scaled="0"/>
          </a:gradFill>
          <a:ln w="254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1" forceAA="0" compatLnSpc="1">
            <a:noAutofit/>
          </a:bodyPr>
          <a:p>
            <a:pPr lvl="0" algn="l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1600" b="1">
                <a:solidFill>
                  <a:schemeClr val="lt1">
                    <a:lumMod val="100000"/>
                  </a:schemeClr>
                </a:solidFill>
                <a:latin typeface="+mn-lt"/>
                <a:sym typeface="+mn-lt"/>
              </a:rPr>
              <a:t>4</a:t>
            </a:r>
            <a:endParaRPr lang="en-US" sz="1600" b="1" dirty="0">
              <a:solidFill>
                <a:schemeClr val="lt1">
                  <a:lumMod val="100000"/>
                </a:schemeClr>
              </a:solidFill>
              <a:latin typeface="+mn-lt"/>
              <a:sym typeface="+mn-lt"/>
            </a:endParaRPr>
          </a:p>
        </p:txBody>
      </p:sp>
      <p:sp>
        <p:nvSpPr>
          <p:cNvPr id="432" name="对象10"/>
          <p:cNvSpPr/>
          <p:nvPr>
            <p:custDataLst>
              <p:tags r:id="rId9"/>
            </p:custDataLst>
          </p:nvPr>
        </p:nvSpPr>
        <p:spPr>
          <a:xfrm>
            <a:off x="549867" y="3607333"/>
            <a:ext cx="4561449" cy="817491"/>
          </a:xfrm>
          <a:prstGeom prst="roundRect">
            <a:avLst/>
          </a:prstGeom>
          <a:solidFill>
            <a:schemeClr val="accent2">
              <a:lumMod val="10000"/>
              <a:lumOff val="90000"/>
            </a:schemeClr>
          </a:solidFill>
          <a:ln w="254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791845" rIns="108000" numCol="1" spcCol="0" rtlCol="0" fromWordArt="0" anchor="ctr" anchorCtr="0" forceAA="0" compatLnSpc="1">
            <a:normAutofit/>
          </a:bodyPr>
          <a:p>
            <a:pPr lvl="0" algn="l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en-US" sz="2000" dirty="0">
                <a:solidFill>
                  <a:schemeClr val="dk1">
                    <a:lumMod val="80000"/>
                    <a:lumOff val="2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Cơ sở l</a:t>
            </a:r>
            <a:r>
              <a:rPr lang="en-US" altLang="en-US" sz="2000" dirty="0">
                <a:solidFill>
                  <a:schemeClr val="dk1">
                    <a:lumMod val="80000"/>
                    <a:lumOff val="2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ý </a:t>
            </a:r>
            <a:r>
              <a:rPr lang="en-US" altLang="en-US" sz="2000" dirty="0">
                <a:solidFill>
                  <a:schemeClr val="dk1">
                    <a:lumMod val="80000"/>
                    <a:lumOff val="2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thuyết</a:t>
            </a:r>
            <a:endParaRPr lang="en-US" altLang="en-US" sz="2000" dirty="0">
              <a:solidFill>
                <a:schemeClr val="dk1">
                  <a:lumMod val="80000"/>
                  <a:lumOff val="2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433" name="对象11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664561" y="3785812"/>
            <a:ext cx="461137" cy="461137"/>
          </a:xfrm>
          <a:prstGeom prst="ellipse">
            <a:avLst/>
          </a:prstGeom>
          <a:gradFill>
            <a:gsLst>
              <a:gs pos="0">
                <a:schemeClr val="accent2">
                  <a:alpha val="100000"/>
                </a:schemeClr>
              </a:gs>
              <a:gs pos="100000">
                <a:schemeClr val="accent2">
                  <a:alpha val="100000"/>
                </a:schemeClr>
              </a:gs>
            </a:gsLst>
            <a:lin ang="0" scaled="0"/>
          </a:gradFill>
          <a:ln w="254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1" forceAA="0" compatLnSpc="1">
            <a:noAutofit/>
          </a:bodyPr>
          <a:p>
            <a:pPr lvl="0" algn="l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1600" b="1">
                <a:solidFill>
                  <a:schemeClr val="lt1">
                    <a:lumMod val="100000"/>
                  </a:schemeClr>
                </a:solidFill>
                <a:latin typeface="+mn-lt"/>
                <a:sym typeface="+mn-lt"/>
              </a:rPr>
              <a:t>2</a:t>
            </a:r>
            <a:endParaRPr lang="en-US" sz="1600" b="1" dirty="0">
              <a:solidFill>
                <a:schemeClr val="lt1">
                  <a:lumMod val="100000"/>
                </a:schemeClr>
              </a:solidFill>
              <a:latin typeface="+mn-lt"/>
              <a:sym typeface="+mn-lt"/>
            </a:endParaRPr>
          </a:p>
        </p:txBody>
      </p:sp>
      <p:sp>
        <p:nvSpPr>
          <p:cNvPr id="434" name="对象13"/>
          <p:cNvSpPr/>
          <p:nvPr>
            <p:custDataLst>
              <p:tags r:id="rId11"/>
            </p:custDataLst>
          </p:nvPr>
        </p:nvSpPr>
        <p:spPr>
          <a:xfrm>
            <a:off x="5323733" y="3590363"/>
            <a:ext cx="4561449" cy="817491"/>
          </a:xfrm>
          <a:prstGeom prst="roundRect">
            <a:avLst/>
          </a:prstGeom>
          <a:solidFill>
            <a:schemeClr val="accent1">
              <a:lumMod val="10000"/>
              <a:lumOff val="90000"/>
            </a:schemeClr>
          </a:solidFill>
          <a:ln w="254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791845" rIns="108000" numCol="1" spcCol="0" rtlCol="0" fromWordArt="0" anchor="ctr" anchorCtr="0" forceAA="0" compatLnSpc="1">
            <a:normAutofit/>
          </a:bodyPr>
          <a:p>
            <a:pPr lvl="0" algn="l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en-US" sz="2000" dirty="0">
                <a:solidFill>
                  <a:schemeClr val="dk1">
                    <a:lumMod val="80000"/>
                    <a:lumOff val="2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Kết luận</a:t>
            </a:r>
            <a:endParaRPr lang="en-US" altLang="en-US" sz="2000" dirty="0">
              <a:solidFill>
                <a:schemeClr val="dk1">
                  <a:lumMod val="80000"/>
                  <a:lumOff val="2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435" name="对象14"/>
          <p:cNvSpPr>
            <a:spLocks noChangeAspect="1"/>
          </p:cNvSpPr>
          <p:nvPr>
            <p:custDataLst>
              <p:tags r:id="rId12"/>
            </p:custDataLst>
          </p:nvPr>
        </p:nvSpPr>
        <p:spPr>
          <a:xfrm>
            <a:off x="5438429" y="3768257"/>
            <a:ext cx="461137" cy="461137"/>
          </a:xfrm>
          <a:prstGeom prst="ellipse">
            <a:avLst/>
          </a:prstGeom>
          <a:gradFill>
            <a:gsLst>
              <a:gs pos="0">
                <a:schemeClr val="accent1">
                  <a:alpha val="10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0" scaled="0"/>
          </a:gradFill>
          <a:ln w="254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1" forceAA="0" compatLnSpc="1">
            <a:noAutofit/>
          </a:bodyPr>
          <a:p>
            <a:pPr lvl="0" algn="l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1600" b="1" dirty="0">
                <a:solidFill>
                  <a:schemeClr val="lt1">
                    <a:lumMod val="100000"/>
                  </a:schemeClr>
                </a:solidFill>
                <a:latin typeface="+mn-lt"/>
                <a:sym typeface="+mn-lt"/>
              </a:rPr>
              <a:t>5</a:t>
            </a:r>
            <a:endParaRPr lang="en-US" sz="1600" b="1" dirty="0">
              <a:solidFill>
                <a:schemeClr val="lt1">
                  <a:lumMod val="100000"/>
                </a:schemeClr>
              </a:solidFill>
              <a:latin typeface="+mn-lt"/>
              <a:sym typeface="+mn-lt"/>
            </a:endParaRPr>
          </a:p>
        </p:txBody>
      </p:sp>
      <p:sp>
        <p:nvSpPr>
          <p:cNvPr id="436" name="对象16"/>
          <p:cNvSpPr/>
          <p:nvPr>
            <p:custDataLst>
              <p:tags r:id="rId13"/>
            </p:custDataLst>
          </p:nvPr>
        </p:nvSpPr>
        <p:spPr>
          <a:xfrm>
            <a:off x="549867" y="4795241"/>
            <a:ext cx="4561449" cy="817491"/>
          </a:xfrm>
          <a:prstGeom prst="roundRect">
            <a:avLst/>
          </a:prstGeom>
          <a:solidFill>
            <a:schemeClr val="accent1">
              <a:lumMod val="10000"/>
              <a:lumOff val="90000"/>
            </a:schemeClr>
          </a:solidFill>
          <a:ln w="254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791845" rIns="108000" numCol="1" spcCol="0" rtlCol="0" fromWordArt="0" anchor="ctr" anchorCtr="0" forceAA="0" compatLnSpc="1">
            <a:normAutofit/>
          </a:bodyPr>
          <a:p>
            <a:pPr lvl="0" algn="l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en-US" sz="2000" dirty="0">
                <a:solidFill>
                  <a:schemeClr val="dk1">
                    <a:lumMod val="80000"/>
                    <a:lumOff val="2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Phân tích và thiết kế hệ thống</a:t>
            </a:r>
            <a:endParaRPr lang="en-US" altLang="en-US" sz="2000" dirty="0">
              <a:solidFill>
                <a:schemeClr val="dk1">
                  <a:lumMod val="80000"/>
                  <a:lumOff val="2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437" name="对象17"/>
          <p:cNvSpPr>
            <a:spLocks noChangeAspect="1"/>
          </p:cNvSpPr>
          <p:nvPr>
            <p:custDataLst>
              <p:tags r:id="rId14"/>
            </p:custDataLst>
          </p:nvPr>
        </p:nvSpPr>
        <p:spPr>
          <a:xfrm>
            <a:off x="664561" y="4973721"/>
            <a:ext cx="461137" cy="461137"/>
          </a:xfrm>
          <a:prstGeom prst="ellipse">
            <a:avLst/>
          </a:prstGeom>
          <a:gradFill>
            <a:gsLst>
              <a:gs pos="0">
                <a:schemeClr val="accent1">
                  <a:alpha val="10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0" scaled="0"/>
          </a:gradFill>
          <a:ln w="254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1" forceAA="0" compatLnSpc="1">
            <a:noAutofit/>
          </a:bodyPr>
          <a:p>
            <a:pPr lvl="0" algn="l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1600" b="1">
                <a:solidFill>
                  <a:schemeClr val="lt1">
                    <a:lumMod val="100000"/>
                  </a:schemeClr>
                </a:solidFill>
                <a:latin typeface="+mn-lt"/>
                <a:sym typeface="+mn-lt"/>
              </a:rPr>
              <a:t>3</a:t>
            </a:r>
            <a:endParaRPr lang="en-US" sz="1600" b="1" dirty="0">
              <a:solidFill>
                <a:schemeClr val="lt1">
                  <a:lumMod val="100000"/>
                </a:schemeClr>
              </a:solidFill>
              <a:latin typeface="+mn-lt"/>
              <a:sym typeface="+mn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551815" y="1499870"/>
            <a:ext cx="9545955" cy="62452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vi-VN" altLang="en-US" sz="2400" b="1" dirty="0">
                <a:solidFill>
                  <a:schemeClr val="dk1">
                    <a:lumMod val="80000"/>
                    <a:lumOff val="2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1.</a:t>
            </a:r>
            <a:r>
              <a:rPr lang="vi-VN" altLang="en-US" sz="2400" b="1" dirty="0">
                <a:solidFill>
                  <a:schemeClr val="dk1">
                    <a:lumMod val="80000"/>
                    <a:lumOff val="2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1 Lí do chọn đề tài</a:t>
            </a:r>
            <a:endParaRPr lang="en-US" altLang="en-US" sz="24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indent="45720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Trong nhiều thư viện hiện nay, quy trình quản lý vẫn còn thực hiện theo phương pháp truyền thống nên tồn tại nhiều hạn chế:</a:t>
            </a:r>
            <a:endParaRPr lang="en-US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+"/>
            </a:pP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Quản lý mượn – trả và cập nhật dữ liệu còn thực hiện thủ công.</a:t>
            </a:r>
            <a:endParaRPr lang="en-US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+"/>
            </a:pP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Khó xác định chính xác vị trí lưu trữ của sách trong thư viện.</a:t>
            </a:r>
            <a:endParaRPr lang="en-US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+"/>
            </a:pP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Việc tính phí phạt khi trả trễ hoặc hư hỏng tài liệu dễ xảy ra sai sót.</a:t>
            </a:r>
            <a:endParaRPr lang="en-US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+"/>
            </a:pP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Chưa có cơ chế tự động nhắc hạn trả hoặc hỗ trợ độc giả từ xa.</a:t>
            </a:r>
            <a:endParaRPr lang="en-US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+"/>
            </a:pP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Thiếu công cụ hỗ trợ tìm kiếm và tư </a:t>
            </a: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vấn sách trực tuyến.</a:t>
            </a:r>
            <a:endParaRPr lang="en-US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0" name="Text Box 229"/>
          <p:cNvSpPr txBox="1"/>
          <p:nvPr/>
        </p:nvSpPr>
        <p:spPr>
          <a:xfrm>
            <a:off x="1066800" y="481965"/>
            <a:ext cx="8156575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vi-VN" altLang="en-US" sz="2800" b="1" dirty="0">
                <a:solidFill>
                  <a:schemeClr val="dk1">
                    <a:lumMod val="80000"/>
                    <a:lumOff val="2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1. Lí do chọn đề tài</a:t>
            </a:r>
            <a:r>
              <a:rPr lang="en-US" altLang="en-US" sz="2800" b="1" dirty="0">
                <a:solidFill>
                  <a:schemeClr val="dk1">
                    <a:lumMod val="80000"/>
                    <a:lumOff val="2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, mục tiêu nghiên cứu</a:t>
            </a:r>
            <a:endParaRPr lang="en-US" altLang="en-US" sz="2800" b="1" dirty="0">
              <a:solidFill>
                <a:schemeClr val="dk1">
                  <a:lumMod val="80000"/>
                  <a:lumOff val="2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对象3"/>
          <p:cNvSpPr/>
          <p:nvPr>
            <p:custDataLst>
              <p:tags r:id="rId1"/>
            </p:custDataLst>
          </p:nvPr>
        </p:nvSpPr>
        <p:spPr>
          <a:xfrm>
            <a:off x="276938" y="2125476"/>
            <a:ext cx="2814927" cy="2814927"/>
          </a:xfrm>
          <a:custGeom>
            <a:avLst/>
            <a:gdLst/>
            <a:ahLst/>
            <a:cxnLst/>
            <a:rect l="l" t="t" r="r" b="b"/>
            <a:pathLst>
              <a:path w="2779776" h="2779776">
                <a:moveTo>
                  <a:pt x="2779776" y="1389888"/>
                </a:moveTo>
                <a:cubicBezTo>
                  <a:pt x="2779776" y="2157984"/>
                  <a:pt x="2157984" y="2779776"/>
                  <a:pt x="1389888" y="2779776"/>
                </a:cubicBezTo>
                <a:cubicBezTo>
                  <a:pt x="621792" y="2779776"/>
                  <a:pt x="0" y="2157984"/>
                  <a:pt x="0" y="1389888"/>
                </a:cubicBezTo>
                <a:cubicBezTo>
                  <a:pt x="0" y="621792"/>
                  <a:pt x="621792" y="0"/>
                  <a:pt x="1389888" y="0"/>
                </a:cubicBezTo>
                <a:cubicBezTo>
                  <a:pt x="2157984" y="0"/>
                  <a:pt x="2779776" y="621792"/>
                  <a:pt x="2779776" y="1389888"/>
                </a:cubicBezTo>
              </a:path>
            </a:pathLst>
          </a:custGeom>
          <a:solidFill>
            <a:schemeClr val="accent1">
              <a:lumMod val="60000"/>
              <a:lumOff val="40000"/>
              <a:alpha val="20000"/>
            </a:schemeClr>
          </a:solidFill>
          <a:ln w="127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p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40" name="椭圆 2"/>
          <p:cNvSpPr/>
          <p:nvPr>
            <p:custDataLst>
              <p:tags r:id="rId2"/>
            </p:custDataLst>
          </p:nvPr>
        </p:nvSpPr>
        <p:spPr>
          <a:xfrm>
            <a:off x="3181551" y="2074039"/>
            <a:ext cx="637967" cy="637967"/>
          </a:xfrm>
          <a:prstGeom prst="ellipse">
            <a:avLst/>
          </a:prstGeom>
          <a:solidFill>
            <a:schemeClr val="accent1"/>
          </a:solidFill>
          <a:ln w="127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solidFill>
                  <a:schemeClr val="lt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  <a:endParaRPr lang="en-US" sz="2000" dirty="0">
              <a:solidFill>
                <a:schemeClr val="lt1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1" name="椭圆 5"/>
          <p:cNvSpPr/>
          <p:nvPr>
            <p:custDataLst>
              <p:tags r:id="rId3"/>
            </p:custDataLst>
          </p:nvPr>
        </p:nvSpPr>
        <p:spPr>
          <a:xfrm>
            <a:off x="3181551" y="3223128"/>
            <a:ext cx="637967" cy="637967"/>
          </a:xfrm>
          <a:prstGeom prst="ellipse">
            <a:avLst/>
          </a:prstGeom>
          <a:solidFill>
            <a:schemeClr val="accent2"/>
          </a:solidFill>
          <a:ln w="127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000">
                <a:solidFill>
                  <a:schemeClr val="lt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  <a:endParaRPr lang="en-US" sz="2000">
              <a:solidFill>
                <a:schemeClr val="lt1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2" name="椭圆 6"/>
          <p:cNvSpPr/>
          <p:nvPr>
            <p:custDataLst>
              <p:tags r:id="rId4"/>
            </p:custDataLst>
          </p:nvPr>
        </p:nvSpPr>
        <p:spPr>
          <a:xfrm>
            <a:off x="3181551" y="4362572"/>
            <a:ext cx="637967" cy="637967"/>
          </a:xfrm>
          <a:prstGeom prst="ellipse">
            <a:avLst/>
          </a:prstGeom>
          <a:solidFill>
            <a:schemeClr val="accent1"/>
          </a:solidFill>
          <a:ln w="127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000">
                <a:solidFill>
                  <a:schemeClr val="lt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  <a:endParaRPr lang="en-US" sz="2000">
              <a:solidFill>
                <a:schemeClr val="lt1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3" name="对象11"/>
          <p:cNvSpPr/>
          <p:nvPr>
            <p:custDataLst>
              <p:tags r:id="rId5"/>
            </p:custDataLst>
          </p:nvPr>
        </p:nvSpPr>
        <p:spPr>
          <a:xfrm>
            <a:off x="512287" y="2356324"/>
            <a:ext cx="2344071" cy="2344071"/>
          </a:xfrm>
          <a:prstGeom prst="ellipse">
            <a:avLst/>
          </a:prstGeom>
          <a:solidFill>
            <a:schemeClr val="accent1"/>
          </a:solidFill>
          <a:ln w="127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vi-VN" altLang="en-US" sz="2700" dirty="0">
                <a:solidFill>
                  <a:schemeClr val="lt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Yêu cầu đặt ra</a:t>
            </a:r>
            <a:endParaRPr lang="vi-VN" altLang="en-US" sz="2700" dirty="0">
              <a:solidFill>
                <a:schemeClr val="lt1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144" name="矩形 11"/>
          <p:cNvSpPr/>
          <p:nvPr>
            <p:custDataLst>
              <p:tags r:id="rId6"/>
            </p:custDataLst>
          </p:nvPr>
        </p:nvSpPr>
        <p:spPr>
          <a:xfrm>
            <a:off x="4051300" y="2041525"/>
            <a:ext cx="7087870" cy="74803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Xây dựng một hệ thống quản lý thư viện hiện đại.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5" name="矩形 12"/>
          <p:cNvSpPr/>
          <p:nvPr>
            <p:custDataLst>
              <p:tags r:id="rId7"/>
            </p:custDataLst>
          </p:nvPr>
        </p:nvSpPr>
        <p:spPr>
          <a:xfrm>
            <a:off x="4051570" y="3180688"/>
            <a:ext cx="6378673" cy="7478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Tự động hóa các nghiệp vụ.</a:t>
            </a:r>
            <a:endParaRPr lang="en-US" altLang="zh-CN" sz="200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6" name="矩形 13"/>
          <p:cNvSpPr/>
          <p:nvPr>
            <p:custDataLst>
              <p:tags r:id="rId8"/>
            </p:custDataLst>
          </p:nvPr>
        </p:nvSpPr>
        <p:spPr>
          <a:xfrm>
            <a:off x="4051570" y="4339423"/>
            <a:ext cx="6378673" cy="7478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Hỗ trợ AI và nâng cao trải nghiệm người dùng.</a:t>
            </a:r>
            <a:endParaRPr lang="en-US" altLang="zh-CN" sz="200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1066800" y="481965"/>
            <a:ext cx="8156575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vi-VN" altLang="en-US" sz="2800" b="1" dirty="0">
                <a:solidFill>
                  <a:schemeClr val="dk1">
                    <a:lumMod val="80000"/>
                    <a:lumOff val="2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1. Lí do chọn đề tài</a:t>
            </a:r>
            <a:r>
              <a:rPr lang="en-US" altLang="en-US" sz="2800" b="1" dirty="0">
                <a:solidFill>
                  <a:schemeClr val="dk1">
                    <a:lumMod val="80000"/>
                    <a:lumOff val="2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, mục tiêu nghiên cứu</a:t>
            </a:r>
            <a:endParaRPr lang="en-US" altLang="en-US" sz="2800" b="1" dirty="0">
              <a:solidFill>
                <a:schemeClr val="dk1">
                  <a:lumMod val="80000"/>
                  <a:lumOff val="2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Text Box 148"/>
          <p:cNvSpPr txBox="1"/>
          <p:nvPr/>
        </p:nvSpPr>
        <p:spPr>
          <a:xfrm>
            <a:off x="2097405" y="668020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vi-VN" altLang="en-US" sz="2400" b="1" dirty="0">
                <a:solidFill>
                  <a:schemeClr val="dk1">
                    <a:lumMod val="80000"/>
                    <a:lumOff val="2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1.</a:t>
            </a:r>
            <a:r>
              <a:rPr lang="vi-VN" altLang="en-US" sz="2400" b="1" dirty="0">
                <a:solidFill>
                  <a:schemeClr val="dk1">
                    <a:lumMod val="80000"/>
                    <a:lumOff val="2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2 M</a:t>
            </a:r>
            <a:r>
              <a:rPr lang="en-US" altLang="en-US" sz="2400" b="1" dirty="0">
                <a:solidFill>
                  <a:schemeClr val="dk1">
                    <a:lumMod val="80000"/>
                    <a:lumOff val="2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ục tiêu nghiên cứu</a:t>
            </a:r>
            <a:endParaRPr lang="en-US" altLang="en-US" sz="2400" b="1" dirty="0">
              <a:solidFill>
                <a:schemeClr val="dk1">
                  <a:lumMod val="80000"/>
                  <a:lumOff val="2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232" name="椭圆 21"/>
          <p:cNvSpPr/>
          <p:nvPr>
            <p:custDataLst>
              <p:tags r:id="rId1"/>
            </p:custDataLst>
          </p:nvPr>
        </p:nvSpPr>
        <p:spPr>
          <a:xfrm>
            <a:off x="382987" y="1700849"/>
            <a:ext cx="578114" cy="578114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wrap="none" lIns="0" tIns="0" rIns="0" bIns="0" rtlCol="0" anchor="ctr">
            <a:normAutofit/>
          </a:bodyPr>
          <a:p>
            <a:pPr marL="0" algn="ctr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b="1" kern="1200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01</a:t>
            </a:r>
            <a:endParaRPr lang="en-US" b="1" kern="1200" dirty="0">
              <a:solidFill>
                <a:srgbClr val="FFFFFF"/>
              </a:solidFill>
              <a:effectLst/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sp>
        <p:nvSpPr>
          <p:cNvPr id="233" name="椭圆 22"/>
          <p:cNvSpPr/>
          <p:nvPr>
            <p:custDataLst>
              <p:tags r:id="rId2"/>
            </p:custDataLst>
          </p:nvPr>
        </p:nvSpPr>
        <p:spPr>
          <a:xfrm>
            <a:off x="5917012" y="1713260"/>
            <a:ext cx="578114" cy="578114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wrap="none" lIns="0" tIns="0" rIns="0" bIns="0" rtlCol="0" anchor="ctr">
            <a:normAutofit/>
          </a:bodyPr>
          <a:p>
            <a:pPr marL="0" algn="ctr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b="1" kern="1200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02</a:t>
            </a:r>
            <a:endParaRPr lang="en-US" b="1" kern="1200" dirty="0">
              <a:solidFill>
                <a:srgbClr val="FFFFFF"/>
              </a:solidFill>
              <a:effectLst/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sp>
        <p:nvSpPr>
          <p:cNvPr id="234" name="椭圆 6"/>
          <p:cNvSpPr/>
          <p:nvPr>
            <p:custDataLst>
              <p:tags r:id="rId3"/>
            </p:custDataLst>
          </p:nvPr>
        </p:nvSpPr>
        <p:spPr>
          <a:xfrm>
            <a:off x="2818212" y="4254877"/>
            <a:ext cx="578114" cy="578114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wrap="none" lIns="0" tIns="0" rIns="0" bIns="0" rtlCol="0" anchor="ctr">
            <a:normAutofit/>
          </a:bodyPr>
          <a:p>
            <a:pPr marL="0" algn="ctr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b="1" kern="120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03</a:t>
            </a:r>
            <a:endParaRPr lang="en-US" b="1" kern="1200">
              <a:solidFill>
                <a:srgbClr val="FFFFFF"/>
              </a:solidFill>
              <a:effectLst/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sp>
        <p:nvSpPr>
          <p:cNvPr id="235" name="矩形 19"/>
          <p:cNvSpPr/>
          <p:nvPr>
            <p:custDataLst>
              <p:tags r:id="rId4"/>
            </p:custDataLst>
          </p:nvPr>
        </p:nvSpPr>
        <p:spPr bwMode="auto">
          <a:xfrm>
            <a:off x="1093206" y="1700849"/>
            <a:ext cx="8500770" cy="46299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 anchorCtr="0">
            <a:normAutofit/>
          </a:bodyPr>
          <a:p>
            <a:pPr lvl="0" algn="l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2000" b="1" dirty="0">
                <a:solidFill>
                  <a:schemeClr val="tx2"/>
                </a:solidFill>
                <a:uFillTx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Xây dựng hệ thống quản lý thư viện số</a:t>
            </a:r>
            <a:endParaRPr lang="en-US" sz="2000" b="1" dirty="0">
              <a:solidFill>
                <a:schemeClr val="tx2"/>
              </a:solidFill>
              <a:uFillTx/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236" name="矩形 5"/>
          <p:cNvSpPr/>
          <p:nvPr>
            <p:custDataLst>
              <p:tags r:id="rId5"/>
            </p:custDataLst>
          </p:nvPr>
        </p:nvSpPr>
        <p:spPr>
          <a:xfrm>
            <a:off x="1093206" y="2261885"/>
            <a:ext cx="8502295" cy="906158"/>
          </a:xfrm>
          <a:prstGeom prst="rect">
            <a:avLst/>
          </a:prstGeom>
          <a:ln>
            <a:noFill/>
            <a:prstDash val="sysDash"/>
          </a:ln>
        </p:spPr>
        <p:txBody>
          <a:bodyPr vert="horz" wrap="square" lIns="0" tIns="0" rIns="0" bIns="0" rtlCol="0" anchor="t" anchorCtr="0">
            <a:no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Quản lý tài khoản</a:t>
            </a:r>
            <a:endParaRPr lang="en-US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Quản lý sách</a:t>
            </a:r>
            <a:endParaRPr lang="en-US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Quản lý mượn – trả</a:t>
            </a:r>
            <a:endParaRPr lang="en-US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Quản lý đánh giá</a:t>
            </a:r>
            <a:endParaRPr lang="en-US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237" name="矩形 29"/>
          <p:cNvSpPr/>
          <p:nvPr>
            <p:custDataLst>
              <p:tags r:id="rId6"/>
            </p:custDataLst>
          </p:nvPr>
        </p:nvSpPr>
        <p:spPr bwMode="auto">
          <a:xfrm>
            <a:off x="6627231" y="1701243"/>
            <a:ext cx="8500770" cy="46299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 anchorCtr="0">
            <a:normAutofit/>
          </a:bodyPr>
          <a:p>
            <a:pPr lvl="0" algn="l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2000" b="1" dirty="0">
                <a:solidFill>
                  <a:schemeClr val="tx2"/>
                </a:solidFill>
                <a:uFillTx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Tự động hóa nghiệp vụ</a:t>
            </a:r>
            <a:endParaRPr lang="en-US" sz="2000" b="1" dirty="0">
              <a:solidFill>
                <a:schemeClr val="tx2"/>
              </a:solidFill>
              <a:uFillTx/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238" name="矩形 7"/>
          <p:cNvSpPr/>
          <p:nvPr>
            <p:custDataLst>
              <p:tags r:id="rId7"/>
            </p:custDataLst>
          </p:nvPr>
        </p:nvSpPr>
        <p:spPr>
          <a:xfrm>
            <a:off x="6627231" y="2261014"/>
            <a:ext cx="8500770" cy="906158"/>
          </a:xfrm>
          <a:prstGeom prst="rect">
            <a:avLst/>
          </a:prstGeom>
          <a:ln>
            <a:noFill/>
            <a:prstDash val="sysDash"/>
          </a:ln>
        </p:spPr>
        <p:txBody>
          <a:bodyPr vert="horz" wrap="square" lIns="0" tIns="0" rIns="0" bIns="0" rtlCol="0" anchor="t" anchorCtr="0">
            <a:noAutofit/>
          </a:bodyPr>
          <a:p>
            <a:pPr indent="-2286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Tự động nhập thông tin sách</a:t>
            </a:r>
            <a:endParaRPr lang="en-US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-2286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Tự động tính phí phạt</a:t>
            </a:r>
            <a:endParaRPr lang="en-US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-2286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Tự động gửi Email</a:t>
            </a:r>
            <a:endParaRPr lang="en-US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-2286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Tự động khóa/mở khóa tài khoản</a:t>
            </a:r>
            <a:endParaRPr lang="en-US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239" name="矩形 32"/>
          <p:cNvSpPr/>
          <p:nvPr>
            <p:custDataLst>
              <p:tags r:id="rId8"/>
            </p:custDataLst>
          </p:nvPr>
        </p:nvSpPr>
        <p:spPr bwMode="auto">
          <a:xfrm>
            <a:off x="3528431" y="4254877"/>
            <a:ext cx="8500770" cy="46299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 anchorCtr="0">
            <a:normAutofit/>
          </a:bodyPr>
          <a:p>
            <a:pPr lvl="0" algn="l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2000" b="1" dirty="0">
                <a:solidFill>
                  <a:schemeClr val="tx2"/>
                </a:solidFill>
                <a:uFillTx/>
                <a:latin typeface="+mj-lt"/>
                <a:sym typeface="+mn-ea"/>
              </a:rPr>
              <a:t>Nâng cao trải nghiệm người </a:t>
            </a:r>
            <a:r>
              <a:rPr lang="en-US" sz="2000" b="1" dirty="0">
                <a:solidFill>
                  <a:schemeClr val="tx2"/>
                </a:solidFill>
                <a:uFillTx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dùng</a:t>
            </a:r>
            <a:endParaRPr lang="en-US" sz="2000" b="1" dirty="0">
              <a:solidFill>
                <a:schemeClr val="tx2"/>
              </a:solidFill>
              <a:uFillTx/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240" name="矩形 8"/>
          <p:cNvSpPr/>
          <p:nvPr>
            <p:custDataLst>
              <p:tags r:id="rId9"/>
            </p:custDataLst>
          </p:nvPr>
        </p:nvSpPr>
        <p:spPr>
          <a:xfrm>
            <a:off x="3528431" y="4815280"/>
            <a:ext cx="8500770" cy="906158"/>
          </a:xfrm>
          <a:prstGeom prst="rect">
            <a:avLst/>
          </a:prstGeom>
          <a:ln>
            <a:noFill/>
            <a:prstDash val="sysDash"/>
          </a:ln>
        </p:spPr>
        <p:txBody>
          <a:bodyPr vert="horz" wrap="square" lIns="0" tIns="0" rIns="0" bIns="0" rtlCol="0" anchor="t" anchorCtr="0">
            <a:noAutofit/>
          </a:bodyPr>
          <a:p>
            <a:pPr indent="-2286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Tìm kiếm nhanh</a:t>
            </a:r>
            <a:endParaRPr lang="en-US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-2286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Gợi ý sách</a:t>
            </a:r>
            <a:endParaRPr lang="en-US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-2286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Chatbot AI</a:t>
            </a:r>
            <a:endParaRPr lang="en-US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-2286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Dashboard trực quan</a:t>
            </a:r>
            <a:endParaRPr lang="en-US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1066800" y="19685"/>
            <a:ext cx="8156575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vi-VN" altLang="en-US" sz="2800" b="1" dirty="0">
                <a:solidFill>
                  <a:schemeClr val="dk1">
                    <a:lumMod val="80000"/>
                    <a:lumOff val="2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1. Lí do chọn đề tài</a:t>
            </a:r>
            <a:r>
              <a:rPr lang="en-US" altLang="en-US" sz="2800" b="1" dirty="0">
                <a:solidFill>
                  <a:schemeClr val="dk1">
                    <a:lumMod val="80000"/>
                    <a:lumOff val="2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, mục tiêu nghiên cứu</a:t>
            </a:r>
            <a:endParaRPr lang="en-US" altLang="en-US" sz="2800" b="1" dirty="0">
              <a:solidFill>
                <a:schemeClr val="dk1">
                  <a:lumMod val="80000"/>
                  <a:lumOff val="2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Text Box 229"/>
          <p:cNvSpPr txBox="1"/>
          <p:nvPr/>
        </p:nvSpPr>
        <p:spPr>
          <a:xfrm>
            <a:off x="702310" y="429260"/>
            <a:ext cx="8156575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vi-VN" altLang="en-US" sz="2800" b="1" dirty="0">
                <a:solidFill>
                  <a:schemeClr val="dk1">
                    <a:lumMod val="80000"/>
                    <a:lumOff val="2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2. </a:t>
            </a:r>
            <a:r>
              <a:rPr lang="en-US" altLang="en-US" sz="2800" b="1" dirty="0">
                <a:solidFill>
                  <a:schemeClr val="dk1">
                    <a:lumMod val="80000"/>
                    <a:lumOff val="2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Cơ sở l</a:t>
            </a:r>
            <a:r>
              <a:rPr lang="en-US" altLang="en-US" sz="2800" b="1" dirty="0">
                <a:solidFill>
                  <a:schemeClr val="dk1">
                    <a:lumMod val="80000"/>
                    <a:lumOff val="2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ý </a:t>
            </a:r>
            <a:r>
              <a:rPr lang="en-US" altLang="en-US" sz="2800" b="1" dirty="0">
                <a:solidFill>
                  <a:schemeClr val="dk1">
                    <a:lumMod val="80000"/>
                    <a:lumOff val="2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thuyết</a:t>
            </a:r>
            <a:endParaRPr lang="en-US" altLang="en-US" sz="2800" b="1" dirty="0">
              <a:solidFill>
                <a:schemeClr val="dk1">
                  <a:lumMod val="80000"/>
                  <a:lumOff val="2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279" name="单圆角矩形 5"/>
          <p:cNvSpPr/>
          <p:nvPr>
            <p:custDataLst>
              <p:tags r:id="rId1"/>
            </p:custDataLst>
          </p:nvPr>
        </p:nvSpPr>
        <p:spPr>
          <a:xfrm>
            <a:off x="765810" y="1701800"/>
            <a:ext cx="3724910" cy="1941830"/>
          </a:xfrm>
          <a:prstGeom prst="round1Rect">
            <a:avLst>
              <a:gd name="adj" fmla="val 0"/>
            </a:avLst>
          </a:prstGeom>
          <a:solidFill>
            <a:srgbClr val="FFFFFF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203200" dist="76200" dir="8100000" algn="tr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algn="ctr"/>
            <a:endParaRPr lang="en-US" sz="2400" b="1" spc="300">
              <a:solidFill>
                <a:schemeClr val="lt1">
                  <a:lumMod val="100000"/>
                </a:schemeClr>
              </a:solidFill>
              <a:latin typeface="+mj-lt"/>
              <a:sym typeface="+mn-lt"/>
            </a:endParaRPr>
          </a:p>
        </p:txBody>
      </p:sp>
      <p:sp>
        <p:nvSpPr>
          <p:cNvPr id="280" name="矩形 1"/>
          <p:cNvSpPr/>
          <p:nvPr>
            <p:custDataLst>
              <p:tags r:id="rId2"/>
            </p:custDataLst>
          </p:nvPr>
        </p:nvSpPr>
        <p:spPr>
          <a:xfrm>
            <a:off x="1350653" y="2000675"/>
            <a:ext cx="4369627" cy="429574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Frontend</a:t>
            </a:r>
            <a:r>
              <a:rPr lang="vi-VN" altLang="en-US" sz="24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vi-VN" altLang="en-US" sz="2400" b="1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1" name="矩形 2"/>
          <p:cNvSpPr/>
          <p:nvPr>
            <p:custDataLst>
              <p:tags r:id="rId3"/>
            </p:custDataLst>
          </p:nvPr>
        </p:nvSpPr>
        <p:spPr>
          <a:xfrm>
            <a:off x="1351280" y="2484728"/>
            <a:ext cx="4369627" cy="97248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ReactJS</a:t>
            </a:r>
            <a:endParaRPr lang="en-US" altLang="en-US" sz="2000">
              <a:solidFill>
                <a:srgbClr val="33333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2" name="圆角矩形 19"/>
          <p:cNvSpPr/>
          <p:nvPr>
            <p:custDataLst>
              <p:tags r:id="rId4"/>
            </p:custDataLst>
          </p:nvPr>
        </p:nvSpPr>
        <p:spPr>
          <a:xfrm rot="5400000">
            <a:off x="768287" y="1998796"/>
            <a:ext cx="428169" cy="432705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chemeClr val="accent1">
                  <a:alpha val="100000"/>
                </a:schemeClr>
              </a:gs>
              <a:gs pos="0">
                <a:schemeClr val="accent1">
                  <a:lumMod val="70000"/>
                  <a:lumOff val="30000"/>
                  <a:alpha val="100000"/>
                </a:schemeClr>
              </a:gs>
            </a:gsLst>
            <a:lin ang="13200000" scaled="0"/>
            <a:tileRect/>
          </a:gradFill>
          <a:ln>
            <a:noFill/>
          </a:ln>
          <a:effectLst>
            <a:outerShdw blurRad="203200" dist="76200" dir="8100000" algn="tr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algn="ctr"/>
            <a:endParaRPr lang="en-US" sz="2400" b="1" spc="300">
              <a:solidFill>
                <a:schemeClr val="lt1">
                  <a:lumMod val="100000"/>
                </a:schemeClr>
              </a:solidFill>
              <a:latin typeface="+mj-lt"/>
            </a:endParaRPr>
          </a:p>
        </p:txBody>
      </p:sp>
      <p:sp>
        <p:nvSpPr>
          <p:cNvPr id="283" name="燕尾形 20"/>
          <p:cNvSpPr/>
          <p:nvPr>
            <p:custDataLst>
              <p:tags r:id="rId5"/>
            </p:custDataLst>
          </p:nvPr>
        </p:nvSpPr>
        <p:spPr>
          <a:xfrm>
            <a:off x="926090" y="2132177"/>
            <a:ext cx="112172" cy="166873"/>
          </a:xfrm>
          <a:prstGeom prst="chevron">
            <a:avLst>
              <a:gd name="adj" fmla="val 64013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84" name="单圆角矩形 5"/>
          <p:cNvSpPr/>
          <p:nvPr>
            <p:custDataLst>
              <p:tags r:id="rId6"/>
            </p:custDataLst>
          </p:nvPr>
        </p:nvSpPr>
        <p:spPr>
          <a:xfrm>
            <a:off x="5133975" y="1701800"/>
            <a:ext cx="3724910" cy="1941830"/>
          </a:xfrm>
          <a:prstGeom prst="round1Rect">
            <a:avLst>
              <a:gd name="adj" fmla="val 0"/>
            </a:avLst>
          </a:prstGeom>
          <a:solidFill>
            <a:srgbClr val="FFFFFF"/>
          </a:solidFill>
          <a:ln>
            <a:solidFill>
              <a:schemeClr val="accent2">
                <a:lumMod val="20000"/>
                <a:lumOff val="80000"/>
              </a:schemeClr>
            </a:solidFill>
          </a:ln>
          <a:effectLst>
            <a:outerShdw blurRad="203200" dist="76200" dir="8100000" algn="tr" rotWithShape="0">
              <a:schemeClr val="accent2">
                <a:lumMod val="75000"/>
                <a:alpha val="20000"/>
              </a:scheme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algn="ctr"/>
            <a:endParaRPr lang="en-US" sz="2400" b="1" spc="300">
              <a:solidFill>
                <a:schemeClr val="lt1">
                  <a:lumMod val="100000"/>
                </a:schemeClr>
              </a:solidFill>
              <a:latin typeface="+mj-lt"/>
              <a:sym typeface="+mn-lt"/>
            </a:endParaRPr>
          </a:p>
        </p:txBody>
      </p:sp>
      <p:sp>
        <p:nvSpPr>
          <p:cNvPr id="285" name="矩形 8"/>
          <p:cNvSpPr/>
          <p:nvPr>
            <p:custDataLst>
              <p:tags r:id="rId7"/>
            </p:custDataLst>
          </p:nvPr>
        </p:nvSpPr>
        <p:spPr>
          <a:xfrm>
            <a:off x="5718811" y="2000675"/>
            <a:ext cx="4369626" cy="429574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Backend:</a:t>
            </a:r>
            <a:endParaRPr lang="en-US" sz="2400" b="1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6" name="矩形 9"/>
          <p:cNvSpPr/>
          <p:nvPr>
            <p:custDataLst>
              <p:tags r:id="rId8"/>
            </p:custDataLst>
          </p:nvPr>
        </p:nvSpPr>
        <p:spPr>
          <a:xfrm>
            <a:off x="5719438" y="2484728"/>
            <a:ext cx="4369627" cy="97248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Node.js và Express.js</a:t>
            </a:r>
            <a:endParaRPr lang="en-US" sz="2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287" name="圆角矩形 19"/>
          <p:cNvSpPr/>
          <p:nvPr>
            <p:custDataLst>
              <p:tags r:id="rId9"/>
            </p:custDataLst>
          </p:nvPr>
        </p:nvSpPr>
        <p:spPr>
          <a:xfrm rot="5400000">
            <a:off x="5135819" y="1998796"/>
            <a:ext cx="428321" cy="432705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chemeClr val="accent2">
                  <a:alpha val="100000"/>
                </a:schemeClr>
              </a:gs>
              <a:gs pos="0">
                <a:schemeClr val="accent2">
                  <a:lumMod val="70000"/>
                  <a:lumOff val="30000"/>
                  <a:alpha val="100000"/>
                </a:schemeClr>
              </a:gs>
            </a:gsLst>
            <a:lin ang="13200000" scaled="0"/>
            <a:tileRect/>
          </a:gradFill>
          <a:ln>
            <a:noFill/>
          </a:ln>
          <a:effectLst>
            <a:outerShdw blurRad="203200" dist="76200" dir="8100000" algn="tr" rotWithShape="0">
              <a:schemeClr val="accent2">
                <a:lumMod val="75000"/>
                <a:alpha val="20000"/>
              </a:scheme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algn="ctr"/>
            <a:endParaRPr lang="en-US" sz="2400" b="1" spc="300">
              <a:solidFill>
                <a:schemeClr val="lt1">
                  <a:lumMod val="100000"/>
                </a:schemeClr>
              </a:solidFill>
              <a:latin typeface="+mj-lt"/>
            </a:endParaRPr>
          </a:p>
        </p:txBody>
      </p:sp>
      <p:sp>
        <p:nvSpPr>
          <p:cNvPr id="288" name="燕尾形 20"/>
          <p:cNvSpPr/>
          <p:nvPr>
            <p:custDataLst>
              <p:tags r:id="rId10"/>
            </p:custDataLst>
          </p:nvPr>
        </p:nvSpPr>
        <p:spPr>
          <a:xfrm>
            <a:off x="5294247" y="2132177"/>
            <a:ext cx="112090" cy="166569"/>
          </a:xfrm>
          <a:prstGeom prst="chevron">
            <a:avLst>
              <a:gd name="adj" fmla="val 64013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89" name="单圆角矩形 5"/>
          <p:cNvSpPr/>
          <p:nvPr>
            <p:custDataLst>
              <p:tags r:id="rId11"/>
            </p:custDataLst>
          </p:nvPr>
        </p:nvSpPr>
        <p:spPr>
          <a:xfrm>
            <a:off x="765810" y="3897630"/>
            <a:ext cx="3724910" cy="1941830"/>
          </a:xfrm>
          <a:prstGeom prst="round1Rect">
            <a:avLst>
              <a:gd name="adj" fmla="val 0"/>
            </a:avLst>
          </a:prstGeom>
          <a:solidFill>
            <a:srgbClr val="FFFFFF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203200" dist="76200" dir="8100000" algn="tr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algn="ctr"/>
            <a:endParaRPr lang="en-US" sz="2400" b="1" spc="300">
              <a:solidFill>
                <a:schemeClr val="lt1">
                  <a:lumMod val="100000"/>
                </a:schemeClr>
              </a:solidFill>
              <a:latin typeface="+mj-lt"/>
              <a:sym typeface="+mn-lt"/>
            </a:endParaRPr>
          </a:p>
        </p:txBody>
      </p:sp>
      <p:sp>
        <p:nvSpPr>
          <p:cNvPr id="290" name="矩形 10"/>
          <p:cNvSpPr/>
          <p:nvPr>
            <p:custDataLst>
              <p:tags r:id="rId12"/>
            </p:custDataLst>
          </p:nvPr>
        </p:nvSpPr>
        <p:spPr>
          <a:xfrm>
            <a:off x="1350653" y="4291316"/>
            <a:ext cx="4369627" cy="429574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3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Database:</a:t>
            </a:r>
            <a:endParaRPr lang="en-US" sz="2300" b="1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1" name="矩形 11"/>
          <p:cNvSpPr/>
          <p:nvPr>
            <p:custDataLst>
              <p:tags r:id="rId13"/>
            </p:custDataLst>
          </p:nvPr>
        </p:nvSpPr>
        <p:spPr>
          <a:xfrm>
            <a:off x="1351280" y="4775369"/>
            <a:ext cx="4369627" cy="97248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MongoDB và Mongoose</a:t>
            </a:r>
            <a:endParaRPr lang="en-US" sz="2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2" name="圆角矩形 19"/>
          <p:cNvSpPr/>
          <p:nvPr>
            <p:custDataLst>
              <p:tags r:id="rId14"/>
            </p:custDataLst>
          </p:nvPr>
        </p:nvSpPr>
        <p:spPr>
          <a:xfrm rot="5400000">
            <a:off x="768287" y="4289438"/>
            <a:ext cx="428321" cy="432705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chemeClr val="accent1">
                  <a:alpha val="100000"/>
                </a:schemeClr>
              </a:gs>
              <a:gs pos="0">
                <a:schemeClr val="accent1">
                  <a:lumMod val="70000"/>
                  <a:lumOff val="30000"/>
                  <a:alpha val="100000"/>
                </a:schemeClr>
              </a:gs>
            </a:gsLst>
            <a:lin ang="13200000" scaled="0"/>
            <a:tileRect/>
          </a:gradFill>
          <a:ln>
            <a:noFill/>
          </a:ln>
          <a:effectLst>
            <a:outerShdw blurRad="203200" dist="76200" dir="8100000" algn="tr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algn="ctr"/>
            <a:endParaRPr lang="en-US" sz="2400" b="1" spc="300">
              <a:solidFill>
                <a:schemeClr val="lt1">
                  <a:lumMod val="100000"/>
                </a:schemeClr>
              </a:solidFill>
              <a:latin typeface="+mj-lt"/>
            </a:endParaRPr>
          </a:p>
        </p:txBody>
      </p:sp>
      <p:sp>
        <p:nvSpPr>
          <p:cNvPr id="293" name="燕尾形 20"/>
          <p:cNvSpPr/>
          <p:nvPr>
            <p:custDataLst>
              <p:tags r:id="rId15"/>
            </p:custDataLst>
          </p:nvPr>
        </p:nvSpPr>
        <p:spPr>
          <a:xfrm>
            <a:off x="926090" y="4422818"/>
            <a:ext cx="112090" cy="166569"/>
          </a:xfrm>
          <a:prstGeom prst="chevron">
            <a:avLst>
              <a:gd name="adj" fmla="val 64013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94" name="单圆角矩形 5"/>
          <p:cNvSpPr/>
          <p:nvPr>
            <p:custDataLst>
              <p:tags r:id="rId16"/>
            </p:custDataLst>
          </p:nvPr>
        </p:nvSpPr>
        <p:spPr>
          <a:xfrm>
            <a:off x="5133975" y="3897630"/>
            <a:ext cx="3724910" cy="1941830"/>
          </a:xfrm>
          <a:prstGeom prst="round1Rect">
            <a:avLst>
              <a:gd name="adj" fmla="val 0"/>
            </a:avLst>
          </a:prstGeom>
          <a:solidFill>
            <a:srgbClr val="FFFFFF"/>
          </a:solidFill>
          <a:ln>
            <a:solidFill>
              <a:schemeClr val="accent2">
                <a:lumMod val="20000"/>
                <a:lumOff val="80000"/>
              </a:schemeClr>
            </a:solidFill>
          </a:ln>
          <a:effectLst>
            <a:outerShdw blurRad="203200" dist="76200" dir="8100000" algn="tr" rotWithShape="0">
              <a:schemeClr val="accent2">
                <a:lumMod val="75000"/>
                <a:alpha val="20000"/>
              </a:scheme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algn="ctr"/>
            <a:endParaRPr lang="en-US" sz="2400" b="1" spc="300">
              <a:solidFill>
                <a:schemeClr val="lt1">
                  <a:lumMod val="100000"/>
                </a:schemeClr>
              </a:solidFill>
              <a:latin typeface="+mj-lt"/>
              <a:sym typeface="+mn-lt"/>
            </a:endParaRPr>
          </a:p>
        </p:txBody>
      </p:sp>
      <p:sp>
        <p:nvSpPr>
          <p:cNvPr id="295" name="矩形 12"/>
          <p:cNvSpPr/>
          <p:nvPr>
            <p:custDataLst>
              <p:tags r:id="rId17"/>
            </p:custDataLst>
          </p:nvPr>
        </p:nvSpPr>
        <p:spPr>
          <a:xfrm>
            <a:off x="5718811" y="4196134"/>
            <a:ext cx="4369626" cy="429574"/>
          </a:xfrm>
          <a:prstGeom prst="rect">
            <a:avLst/>
          </a:prstGeom>
          <a:noFill/>
        </p:spPr>
        <p:txBody>
          <a:bodyPr wrap="square" lIns="0" tIns="0" rIns="0" bIns="0" rtlCol="0" anchor="b"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0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Bảo mật: </a:t>
            </a:r>
            <a:endParaRPr lang="en-US" sz="2000" b="1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6" name="矩形 13"/>
          <p:cNvSpPr/>
          <p:nvPr>
            <p:custDataLst>
              <p:tags r:id="rId18"/>
            </p:custDataLst>
          </p:nvPr>
        </p:nvSpPr>
        <p:spPr>
          <a:xfrm>
            <a:off x="5719438" y="4680187"/>
            <a:ext cx="4369627" cy="97248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JSON Web Token (JWT) và </a:t>
            </a:r>
            <a:endParaRPr 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mã hóa Hash (Bcrypt)</a:t>
            </a:r>
            <a:endParaRPr 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7" name="圆角矩形 19"/>
          <p:cNvSpPr/>
          <p:nvPr>
            <p:custDataLst>
              <p:tags r:id="rId19"/>
            </p:custDataLst>
          </p:nvPr>
        </p:nvSpPr>
        <p:spPr>
          <a:xfrm rot="5400000">
            <a:off x="5136445" y="4194255"/>
            <a:ext cx="428321" cy="432705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chemeClr val="accent2">
                  <a:alpha val="100000"/>
                </a:schemeClr>
              </a:gs>
              <a:gs pos="0">
                <a:schemeClr val="accent2">
                  <a:lumMod val="70000"/>
                  <a:lumOff val="30000"/>
                  <a:alpha val="100000"/>
                </a:schemeClr>
              </a:gs>
            </a:gsLst>
            <a:lin ang="13200000" scaled="0"/>
            <a:tileRect/>
          </a:gradFill>
          <a:ln>
            <a:noFill/>
          </a:ln>
          <a:effectLst>
            <a:outerShdw blurRad="203200" dist="76200" dir="8100000" algn="tr" rotWithShape="0">
              <a:schemeClr val="accent2">
                <a:lumMod val="75000"/>
                <a:alpha val="20000"/>
              </a:scheme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algn="ctr"/>
            <a:endParaRPr lang="en-US" sz="2400" b="1" spc="300">
              <a:solidFill>
                <a:schemeClr val="lt1">
                  <a:lumMod val="100000"/>
                </a:schemeClr>
              </a:solidFill>
              <a:latin typeface="+mj-lt"/>
            </a:endParaRPr>
          </a:p>
        </p:txBody>
      </p:sp>
      <p:sp>
        <p:nvSpPr>
          <p:cNvPr id="298" name="燕尾形 20"/>
          <p:cNvSpPr/>
          <p:nvPr>
            <p:custDataLst>
              <p:tags r:id="rId20"/>
            </p:custDataLst>
          </p:nvPr>
        </p:nvSpPr>
        <p:spPr>
          <a:xfrm>
            <a:off x="5294247" y="4327636"/>
            <a:ext cx="112090" cy="166569"/>
          </a:xfrm>
          <a:prstGeom prst="chevron">
            <a:avLst>
              <a:gd name="adj" fmla="val 64013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Text Box 229"/>
          <p:cNvSpPr txBox="1"/>
          <p:nvPr/>
        </p:nvSpPr>
        <p:spPr>
          <a:xfrm>
            <a:off x="833755" y="-66675"/>
            <a:ext cx="8156575" cy="1291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vi-VN" altLang="en-US" sz="2800" b="1" dirty="0">
                <a:solidFill>
                  <a:schemeClr val="dk1">
                    <a:lumMod val="80000"/>
                    <a:lumOff val="2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3. </a:t>
            </a:r>
            <a:r>
              <a:rPr lang="en-US" altLang="en-US" sz="2800" b="1" dirty="0">
                <a:solidFill>
                  <a:schemeClr val="dk1">
                    <a:lumMod val="80000"/>
                    <a:lumOff val="2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Phân tích và thiết kế hệ thống</a:t>
            </a:r>
            <a:endParaRPr lang="en-US" altLang="en-US" sz="2800" b="1" dirty="0">
              <a:solidFill>
                <a:schemeClr val="dk1">
                  <a:lumMod val="80000"/>
                  <a:lumOff val="2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lvl="0"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vi-VN" altLang="en-US" sz="2400" b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3.1 </a:t>
            </a:r>
            <a:r>
              <a:rPr lang="en-US" altLang="en-US" sz="2400" b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Thiết kế dữ liệu</a:t>
            </a:r>
            <a:endParaRPr lang="en-US" altLang="en-US" sz="2400" b="1" dirty="0">
              <a:solidFill>
                <a:schemeClr val="dk1">
                  <a:lumMod val="80000"/>
                  <a:lumOff val="2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215" y="1354455"/>
            <a:ext cx="8539480" cy="482536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2" name="Text Box 21"/>
          <p:cNvSpPr txBox="1"/>
          <p:nvPr/>
        </p:nvSpPr>
        <p:spPr>
          <a:xfrm>
            <a:off x="1466850" y="6179820"/>
            <a:ext cx="6890385" cy="50673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i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</a:rPr>
              <a:t>Hình 3.</a:t>
            </a:r>
            <a:r>
              <a:rPr lang="vi-VN" i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</a:rPr>
              <a:t>1</a:t>
            </a:r>
            <a:r>
              <a:rPr i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</a:rPr>
              <a:t>: Lược đồ cơ sở dữ liệu</a:t>
            </a:r>
            <a:endParaRPr i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Box 21"/>
          <p:cNvSpPr txBox="1"/>
          <p:nvPr/>
        </p:nvSpPr>
        <p:spPr>
          <a:xfrm>
            <a:off x="1229360" y="6354445"/>
            <a:ext cx="7317740" cy="506730"/>
          </a:xfrm>
          <a:prstGeom prst="rect">
            <a:avLst/>
          </a:prstGeom>
        </p:spPr>
        <p:txBody>
          <a:bodyPr wrap="square">
            <a:spAutoFit/>
          </a:bodyPr>
          <a:p>
            <a:pPr indent="0" algn="ctr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i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</a:rPr>
              <a:t>Hình 3.</a:t>
            </a:r>
            <a:r>
              <a:rPr lang="vi-VN" i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</a:rPr>
              <a:t>2</a:t>
            </a:r>
            <a:r>
              <a:rPr i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</a:rPr>
              <a:t>: </a:t>
            </a:r>
            <a:r>
              <a:rPr lang="en-US" altLang="en-US" i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</a:rPr>
              <a:t>Sơ </a:t>
            </a:r>
            <a:r>
              <a:rPr lang="en-US" altLang="en-US" i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</a:rPr>
              <a:t>đ</a:t>
            </a:r>
            <a:r>
              <a:rPr lang="en-US" altLang="en-US" i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</a:rPr>
              <a:t>ồ Use case tổng quát</a:t>
            </a:r>
            <a:endParaRPr lang="en-US" altLang="en-US" i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/>
              <a:cs typeface="Arial" panose="020B0604020202020204" pitchFamily="34" charset="0"/>
            </a:endParaRPr>
          </a:p>
        </p:txBody>
      </p:sp>
      <p:pic>
        <p:nvPicPr>
          <p:cNvPr id="2" name="Picture 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8185" y="1189355"/>
            <a:ext cx="8465185" cy="5271135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</p:pic>
      <p:sp>
        <p:nvSpPr>
          <p:cNvPr id="3" name="Text Box 2"/>
          <p:cNvSpPr txBox="1"/>
          <p:nvPr/>
        </p:nvSpPr>
        <p:spPr>
          <a:xfrm>
            <a:off x="833755" y="-66675"/>
            <a:ext cx="8156575" cy="1291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vi-VN" altLang="en-US" sz="2800" b="1" dirty="0">
                <a:solidFill>
                  <a:schemeClr val="dk1">
                    <a:lumMod val="80000"/>
                    <a:lumOff val="2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3. </a:t>
            </a:r>
            <a:r>
              <a:rPr lang="en-US" altLang="en-US" sz="2800" b="1" dirty="0">
                <a:solidFill>
                  <a:schemeClr val="dk1">
                    <a:lumMod val="80000"/>
                    <a:lumOff val="2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Phân tích và thiết kế hệ thống</a:t>
            </a:r>
            <a:endParaRPr lang="en-US" altLang="en-US" sz="2800" b="1" dirty="0">
              <a:solidFill>
                <a:schemeClr val="dk1">
                  <a:lumMod val="80000"/>
                  <a:lumOff val="2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en-US" sz="2400" b="1" dirty="0">
                <a:solidFill>
                  <a:schemeClr val="dk1">
                    <a:lumMod val="80000"/>
                    <a:lumOff val="2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3.2 Mô hình xử lý</a:t>
            </a:r>
            <a:endParaRPr lang="en-US" altLang="en-US" sz="2400" b="1" dirty="0">
              <a:solidFill>
                <a:schemeClr val="dk1">
                  <a:lumMod val="80000"/>
                  <a:lumOff val="2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-95250" y="592264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Box 21"/>
          <p:cNvSpPr txBox="1"/>
          <p:nvPr/>
        </p:nvSpPr>
        <p:spPr>
          <a:xfrm>
            <a:off x="-2218690" y="5762625"/>
            <a:ext cx="14547850" cy="506730"/>
          </a:xfrm>
          <a:prstGeom prst="rect">
            <a:avLst/>
          </a:prstGeom>
        </p:spPr>
        <p:txBody>
          <a:bodyPr wrap="square">
            <a:spAutoFit/>
          </a:bodyPr>
          <a:p>
            <a:pPr indent="0" algn="ctr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i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</a:rPr>
              <a:t>Hình 3.</a:t>
            </a:r>
            <a:r>
              <a:rPr i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</a:rPr>
              <a:t>3: </a:t>
            </a:r>
            <a:r>
              <a:rPr lang="en-US" altLang="en-US" i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</a:rPr>
              <a:t>Sơ </a:t>
            </a:r>
            <a:r>
              <a:rPr lang="en-US" altLang="en-US" i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</a:rPr>
              <a:t>đ</a:t>
            </a:r>
            <a:r>
              <a:rPr lang="en-US" altLang="en-US" i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</a:rPr>
              <a:t>ồ Use Case gửi yêu cầu m</a:t>
            </a:r>
            <a:r>
              <a:rPr lang="en-US" altLang="en-US" i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</a:rPr>
              <a:t>ư</a:t>
            </a:r>
            <a:r>
              <a:rPr lang="en-US" altLang="en-US" i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</a:rPr>
              <a:t>ợn sách</a:t>
            </a:r>
            <a:endParaRPr lang="en-US" altLang="en-US" i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/>
              <a:cs typeface="Arial" panose="020B0604020202020204" pitchFamily="34" charset="0"/>
            </a:endParaRPr>
          </a:p>
        </p:txBody>
      </p:sp>
      <p:pic>
        <p:nvPicPr>
          <p:cNvPr id="2" name="Picture 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165" y="1349375"/>
            <a:ext cx="8740775" cy="4347845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</p:pic>
      <p:sp>
        <p:nvSpPr>
          <p:cNvPr id="11" name="Text Box 10"/>
          <p:cNvSpPr txBox="1"/>
          <p:nvPr/>
        </p:nvSpPr>
        <p:spPr>
          <a:xfrm>
            <a:off x="833755" y="-66675"/>
            <a:ext cx="8156575" cy="1291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vi-VN" altLang="en-US" sz="2800" b="1" dirty="0">
                <a:solidFill>
                  <a:schemeClr val="dk1">
                    <a:lumMod val="80000"/>
                    <a:lumOff val="2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3. </a:t>
            </a:r>
            <a:r>
              <a:rPr lang="en-US" altLang="en-US" sz="2800" b="1" dirty="0">
                <a:solidFill>
                  <a:schemeClr val="dk1">
                    <a:lumMod val="80000"/>
                    <a:lumOff val="2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Phân tích và thiết kế hệ thống</a:t>
            </a:r>
            <a:endParaRPr lang="en-US" altLang="en-US" sz="2800" b="1" dirty="0">
              <a:solidFill>
                <a:schemeClr val="dk1">
                  <a:lumMod val="80000"/>
                  <a:lumOff val="2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en-US" sz="2400" b="1" dirty="0">
                <a:solidFill>
                  <a:schemeClr val="dk1">
                    <a:lumMod val="80000"/>
                    <a:lumOff val="2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3.2 Mô hình xử lý</a:t>
            </a:r>
            <a:endParaRPr lang="en-US" altLang="en-US" sz="2400" b="1" dirty="0">
              <a:solidFill>
                <a:schemeClr val="dk1">
                  <a:lumMod val="80000"/>
                  <a:lumOff val="2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2747645" y="1760220"/>
            <a:ext cx="5151120" cy="37636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en-US" sz="2400" b="1">
                <a:latin typeface="Arial" panose="020B0604020202020204" pitchFamily="34" charset="0"/>
                <a:cs typeface="Arial" panose="020B0604020202020204" pitchFamily="34" charset="0"/>
              </a:rPr>
              <a:t>Một số giao diện tiêu biểu:</a:t>
            </a:r>
            <a:endParaRPr lang="en-US" altLang="en-US" sz="24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indent="45720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Giao diện trang chủ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indent="45720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Trang chi tiết sách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indent="45720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Giao diện quản trị kho sách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indent="45720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Giao diện quản l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ý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phiếu m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ợn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0" name="Text Box 229"/>
          <p:cNvSpPr txBox="1"/>
          <p:nvPr/>
        </p:nvSpPr>
        <p:spPr>
          <a:xfrm>
            <a:off x="1244600" y="626745"/>
            <a:ext cx="8156575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vi-VN" altLang="en-US" sz="2800" b="1" dirty="0">
                <a:solidFill>
                  <a:schemeClr val="dk1">
                    <a:lumMod val="80000"/>
                    <a:lumOff val="2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4. </a:t>
            </a:r>
            <a:r>
              <a:rPr lang="en-US" altLang="en-US" sz="2800" b="1" dirty="0">
                <a:solidFill>
                  <a:schemeClr val="dk1">
                    <a:lumMod val="80000"/>
                    <a:lumOff val="2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Kết quả </a:t>
            </a:r>
            <a:r>
              <a:rPr lang="en-US" altLang="en-US" sz="2800" b="1" dirty="0">
                <a:solidFill>
                  <a:schemeClr val="dk1">
                    <a:lumMod val="80000"/>
                    <a:lumOff val="2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đ</a:t>
            </a:r>
            <a:r>
              <a:rPr lang="en-US" altLang="en-US" sz="2800" b="1" dirty="0">
                <a:solidFill>
                  <a:schemeClr val="dk1">
                    <a:lumMod val="80000"/>
                    <a:lumOff val="2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ạt </a:t>
            </a:r>
            <a:r>
              <a:rPr lang="en-US" altLang="en-US" sz="2800" b="1" dirty="0">
                <a:solidFill>
                  <a:schemeClr val="dk1">
                    <a:lumMod val="80000"/>
                    <a:lumOff val="2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đư</a:t>
            </a:r>
            <a:r>
              <a:rPr lang="en-US" altLang="en-US" sz="2800" b="1" dirty="0">
                <a:solidFill>
                  <a:schemeClr val="dk1">
                    <a:lumMod val="80000"/>
                    <a:lumOff val="2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ợc</a:t>
            </a:r>
            <a:endParaRPr lang="en-US" altLang="en-US" sz="2800" b="1" dirty="0">
              <a:solidFill>
                <a:schemeClr val="dk1">
                  <a:lumMod val="80000"/>
                  <a:lumOff val="2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Text Box 229"/>
          <p:cNvSpPr txBox="1"/>
          <p:nvPr/>
        </p:nvSpPr>
        <p:spPr>
          <a:xfrm>
            <a:off x="805815" y="-137795"/>
            <a:ext cx="8156575" cy="1291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vi-VN" altLang="en-US" sz="2800" b="1" dirty="0">
                <a:solidFill>
                  <a:schemeClr val="dk1">
                    <a:lumMod val="80000"/>
                    <a:lumOff val="2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4. </a:t>
            </a:r>
            <a:r>
              <a:rPr lang="en-US" altLang="en-US" sz="2800" b="1" dirty="0">
                <a:solidFill>
                  <a:schemeClr val="dk1">
                    <a:lumMod val="80000"/>
                    <a:lumOff val="2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Kết quả đ</a:t>
            </a:r>
            <a:r>
              <a:rPr lang="en-US" altLang="en-US" sz="2800" b="1" dirty="0">
                <a:solidFill>
                  <a:schemeClr val="dk1">
                    <a:lumMod val="80000"/>
                    <a:lumOff val="2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ạt được</a:t>
            </a:r>
            <a:endParaRPr lang="en-US" altLang="en-US" sz="2800" b="1" dirty="0">
              <a:solidFill>
                <a:schemeClr val="dk1">
                  <a:lumMod val="80000"/>
                  <a:lumOff val="2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en-US" sz="2400" b="1" dirty="0">
                <a:solidFill>
                  <a:schemeClr val="dk1">
                    <a:lumMod val="80000"/>
                    <a:lumOff val="2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Giao diện trang chủ</a:t>
            </a:r>
            <a:endParaRPr lang="en-US" altLang="en-US" sz="2400" b="1" dirty="0">
              <a:solidFill>
                <a:schemeClr val="dk1">
                  <a:lumMod val="80000"/>
                  <a:lumOff val="2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pic>
        <p:nvPicPr>
          <p:cNvPr id="2" name="Picture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835" y="1350645"/>
            <a:ext cx="8549640" cy="44951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2" name="Text Box 21"/>
          <p:cNvSpPr txBox="1"/>
          <p:nvPr/>
        </p:nvSpPr>
        <p:spPr>
          <a:xfrm>
            <a:off x="-2287270" y="6106795"/>
            <a:ext cx="14547850" cy="506730"/>
          </a:xfrm>
          <a:prstGeom prst="rect">
            <a:avLst/>
          </a:prstGeom>
        </p:spPr>
        <p:txBody>
          <a:bodyPr wrap="square">
            <a:spAutoFit/>
          </a:bodyPr>
          <a:p>
            <a:pPr indent="0" algn="ctr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i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</a:rPr>
              <a:t>Hình </a:t>
            </a:r>
            <a:r>
              <a:rPr lang="en-US" i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</a:rPr>
              <a:t>4.1</a:t>
            </a:r>
            <a:r>
              <a:rPr i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</a:rPr>
              <a:t>: </a:t>
            </a:r>
            <a:r>
              <a:rPr lang="en-US" altLang="en-US" i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</a:rPr>
              <a:t>Giao diện trang chủ</a:t>
            </a:r>
            <a:endParaRPr lang="en-US" altLang="en-US" i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Text Box 229"/>
          <p:cNvSpPr txBox="1"/>
          <p:nvPr/>
        </p:nvSpPr>
        <p:spPr>
          <a:xfrm>
            <a:off x="805815" y="-137795"/>
            <a:ext cx="8156575" cy="1291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vi-VN" altLang="en-US" sz="2800" b="1" dirty="0">
                <a:solidFill>
                  <a:schemeClr val="dk1">
                    <a:lumMod val="80000"/>
                    <a:lumOff val="2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4. </a:t>
            </a:r>
            <a:r>
              <a:rPr lang="en-US" altLang="en-US" sz="2800" b="1" dirty="0">
                <a:solidFill>
                  <a:schemeClr val="dk1">
                    <a:lumMod val="80000"/>
                    <a:lumOff val="2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Kết quả đạt được</a:t>
            </a:r>
            <a:endParaRPr lang="en-US" altLang="en-US" sz="2800" b="1" dirty="0">
              <a:solidFill>
                <a:schemeClr val="dk1">
                  <a:lumMod val="80000"/>
                  <a:lumOff val="2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en-US" sz="2400" b="1" dirty="0">
                <a:solidFill>
                  <a:schemeClr val="dk1">
                    <a:lumMod val="80000"/>
                    <a:lumOff val="2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Trang chi tiết sách</a:t>
            </a:r>
            <a:endParaRPr lang="en-US" altLang="en-US" sz="2400" b="1" dirty="0">
              <a:solidFill>
                <a:schemeClr val="dk1">
                  <a:lumMod val="80000"/>
                  <a:lumOff val="2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pic>
        <p:nvPicPr>
          <p:cNvPr id="2" name="Picture 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0250" y="1238250"/>
            <a:ext cx="8436610" cy="472249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2" name="Text Box 21"/>
          <p:cNvSpPr txBox="1"/>
          <p:nvPr/>
        </p:nvSpPr>
        <p:spPr>
          <a:xfrm>
            <a:off x="-2325370" y="6163945"/>
            <a:ext cx="14547850" cy="506730"/>
          </a:xfrm>
          <a:prstGeom prst="rect">
            <a:avLst/>
          </a:prstGeom>
        </p:spPr>
        <p:txBody>
          <a:bodyPr wrap="square">
            <a:spAutoFit/>
          </a:bodyPr>
          <a:p>
            <a:pPr indent="0" algn="ctr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i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</a:rPr>
              <a:t>Hình </a:t>
            </a:r>
            <a:r>
              <a:rPr lang="en-US" i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</a:rPr>
              <a:t>4.2</a:t>
            </a:r>
            <a:r>
              <a:rPr i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</a:rPr>
              <a:t>: </a:t>
            </a:r>
            <a:r>
              <a:rPr lang="en-US" altLang="en-US" i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</a:rPr>
              <a:t>Trang chi tiết sách</a:t>
            </a:r>
            <a:endParaRPr lang="en-US" altLang="en-US" i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Text Box 229"/>
          <p:cNvSpPr txBox="1"/>
          <p:nvPr/>
        </p:nvSpPr>
        <p:spPr>
          <a:xfrm>
            <a:off x="805815" y="-137795"/>
            <a:ext cx="8156575" cy="1291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vi-VN" altLang="en-US" sz="2800" b="1" dirty="0">
                <a:solidFill>
                  <a:schemeClr val="dk1">
                    <a:lumMod val="80000"/>
                    <a:lumOff val="2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4. </a:t>
            </a:r>
            <a:r>
              <a:rPr lang="en-US" altLang="en-US" sz="2800" b="1" dirty="0">
                <a:solidFill>
                  <a:schemeClr val="dk1">
                    <a:lumMod val="80000"/>
                    <a:lumOff val="2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Kết quả đạt được</a:t>
            </a:r>
            <a:endParaRPr lang="en-US" altLang="en-US" sz="2800" b="1" dirty="0">
              <a:solidFill>
                <a:schemeClr val="dk1">
                  <a:lumMod val="80000"/>
                  <a:lumOff val="2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en-US" sz="2400" b="1" dirty="0">
                <a:solidFill>
                  <a:schemeClr val="dk1">
                    <a:lumMod val="80000"/>
                    <a:lumOff val="2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Giao diện quản trị kho sách</a:t>
            </a:r>
            <a:endParaRPr lang="en-US" altLang="en-US" sz="2400" b="1" dirty="0">
              <a:solidFill>
                <a:schemeClr val="dk1">
                  <a:lumMod val="80000"/>
                  <a:lumOff val="2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22" name="Text Box 21"/>
          <p:cNvSpPr txBox="1"/>
          <p:nvPr/>
        </p:nvSpPr>
        <p:spPr>
          <a:xfrm>
            <a:off x="-2197735" y="6042025"/>
            <a:ext cx="14547850" cy="506730"/>
          </a:xfrm>
          <a:prstGeom prst="rect">
            <a:avLst/>
          </a:prstGeom>
        </p:spPr>
        <p:txBody>
          <a:bodyPr wrap="square">
            <a:spAutoFit/>
          </a:bodyPr>
          <a:p>
            <a:pPr indent="0" algn="ctr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i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</a:rPr>
              <a:t>Hình </a:t>
            </a:r>
            <a:r>
              <a:rPr lang="en-US" i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</a:rPr>
              <a:t>4.3</a:t>
            </a:r>
            <a:r>
              <a:rPr i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</a:rPr>
              <a:t>: </a:t>
            </a:r>
            <a:r>
              <a:rPr lang="en-US" altLang="en-US" i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</a:rPr>
              <a:t>Giao diện quản trị kho sách</a:t>
            </a:r>
            <a:endParaRPr lang="en-US" altLang="en-US" i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/>
              <a:cs typeface="Arial" panose="020B0604020202020204" pitchFamily="34" charset="0"/>
            </a:endParaRPr>
          </a:p>
        </p:txBody>
      </p:sp>
      <p:pic>
        <p:nvPicPr>
          <p:cNvPr id="4" name="Picture 4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205" y="1378585"/>
            <a:ext cx="8650605" cy="45053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Text Box 229"/>
          <p:cNvSpPr txBox="1"/>
          <p:nvPr/>
        </p:nvSpPr>
        <p:spPr>
          <a:xfrm>
            <a:off x="805815" y="-137795"/>
            <a:ext cx="8156575" cy="1291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vi-VN" altLang="en-US" sz="2800" b="1" dirty="0">
                <a:solidFill>
                  <a:schemeClr val="dk1">
                    <a:lumMod val="80000"/>
                    <a:lumOff val="2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4. </a:t>
            </a:r>
            <a:r>
              <a:rPr lang="en-US" altLang="en-US" sz="2800" b="1" dirty="0">
                <a:solidFill>
                  <a:schemeClr val="dk1">
                    <a:lumMod val="80000"/>
                    <a:lumOff val="2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Kết quả đạt được</a:t>
            </a:r>
            <a:endParaRPr lang="en-US" altLang="en-US" sz="2800" b="1" dirty="0">
              <a:solidFill>
                <a:schemeClr val="dk1">
                  <a:lumMod val="80000"/>
                  <a:lumOff val="2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en-US" sz="2400" b="1" dirty="0">
                <a:solidFill>
                  <a:schemeClr val="dk1">
                    <a:lumMod val="80000"/>
                    <a:lumOff val="2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Giao diện quản l</a:t>
            </a:r>
            <a:r>
              <a:rPr lang="en-US" altLang="en-US" sz="2400" b="1" dirty="0">
                <a:solidFill>
                  <a:schemeClr val="dk1">
                    <a:lumMod val="80000"/>
                    <a:lumOff val="2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ý </a:t>
            </a:r>
            <a:r>
              <a:rPr lang="en-US" altLang="en-US" sz="2400" b="1" dirty="0">
                <a:solidFill>
                  <a:schemeClr val="dk1">
                    <a:lumMod val="80000"/>
                    <a:lumOff val="2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phiếu m</a:t>
            </a:r>
            <a:r>
              <a:rPr lang="en-US" altLang="en-US" sz="2400" b="1" dirty="0">
                <a:solidFill>
                  <a:schemeClr val="dk1">
                    <a:lumMod val="80000"/>
                    <a:lumOff val="2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ư</a:t>
            </a:r>
            <a:r>
              <a:rPr lang="en-US" altLang="en-US" sz="2400" b="1" dirty="0">
                <a:solidFill>
                  <a:schemeClr val="dk1">
                    <a:lumMod val="80000"/>
                    <a:lumOff val="2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ợn</a:t>
            </a:r>
            <a:endParaRPr lang="en-US" altLang="en-US" sz="2400" b="1" dirty="0">
              <a:solidFill>
                <a:schemeClr val="dk1">
                  <a:lumMod val="80000"/>
                  <a:lumOff val="2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22" name="Text Box 21"/>
          <p:cNvSpPr txBox="1"/>
          <p:nvPr/>
        </p:nvSpPr>
        <p:spPr>
          <a:xfrm>
            <a:off x="-2254885" y="6158230"/>
            <a:ext cx="14547850" cy="506730"/>
          </a:xfrm>
          <a:prstGeom prst="rect">
            <a:avLst/>
          </a:prstGeom>
        </p:spPr>
        <p:txBody>
          <a:bodyPr wrap="square">
            <a:spAutoFit/>
          </a:bodyPr>
          <a:p>
            <a:pPr indent="0" algn="ctr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i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</a:rPr>
              <a:t>Hình </a:t>
            </a:r>
            <a:r>
              <a:rPr lang="en-US" i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</a:rPr>
              <a:t>4.4</a:t>
            </a:r>
            <a:r>
              <a:rPr i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</a:rPr>
              <a:t>: </a:t>
            </a:r>
            <a:r>
              <a:rPr lang="en-US" altLang="en-US" i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</a:rPr>
              <a:t>Giao diện quản l</a:t>
            </a:r>
            <a:r>
              <a:rPr lang="en-US" altLang="en-US" i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</a:rPr>
              <a:t>ý </a:t>
            </a:r>
            <a:r>
              <a:rPr lang="en-US" altLang="en-US" i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</a:rPr>
              <a:t>phiếu m</a:t>
            </a:r>
            <a:r>
              <a:rPr lang="en-US" altLang="en-US" i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</a:rPr>
              <a:t>ư</a:t>
            </a:r>
            <a:r>
              <a:rPr lang="en-US" altLang="en-US" i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</a:rPr>
              <a:t>ợn</a:t>
            </a:r>
            <a:endParaRPr lang="en-US" altLang="en-US" i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/>
              <a:cs typeface="Arial" panose="020B0604020202020204" pitchFamily="34" charset="0"/>
            </a:endParaRPr>
          </a:p>
        </p:txBody>
      </p:sp>
      <p:pic>
        <p:nvPicPr>
          <p:cNvPr id="2" name="Picture 4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565" y="1336675"/>
            <a:ext cx="8616950" cy="482727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1483995" y="1019810"/>
            <a:ext cx="7623810" cy="52997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vi-VN" sz="2000" b="1">
                <a:latin typeface="Arial" panose="020B0604020202020204" pitchFamily="34" charset="0"/>
                <a:cs typeface="Arial" panose="020B0604020202020204" pitchFamily="34" charset="0"/>
              </a:rPr>
              <a:t>Kết quả đạt được</a:t>
            </a:r>
            <a:endParaRPr lang="en-US" altLang="en-US" sz="20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Hoàn thành việc xây dựng một hệ thống hoàn chỉnh, giải quyết </a:t>
            </a: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đư</a:t>
            </a: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ợc bài toán thực tiễn</a:t>
            </a:r>
            <a:r>
              <a:rPr lang="vi-VN" altLang="en-US" sz="200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vi-VN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Hệ thống vận hành ổn </a:t>
            </a: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ịnh, giao diện thân thiện</a:t>
            </a:r>
            <a:endParaRPr lang="en-US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en-US" sz="2000" b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Giá trị đạt được</a:t>
            </a:r>
            <a:endParaRPr lang="en-US" altLang="en-US" sz="20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ü"/>
            </a:pP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Giảm thao tác thủ công</a:t>
            </a:r>
            <a:endParaRPr lang="en-US" altLang="en-US" sz="20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342900" lvl="0" indent="-34290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ü"/>
            </a:pP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Tăng độ chính xác</a:t>
            </a:r>
            <a:endParaRPr lang="en-US" altLang="en-US" sz="20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342900" lvl="0" indent="-34290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ü"/>
            </a:pP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Nâng cao trải nghiệm người dùng</a:t>
            </a:r>
            <a:endParaRPr lang="en-US" altLang="en-US" sz="20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342900" lvl="0" indent="-34290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ü"/>
            </a:pP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Hệ thống hoạt động ổn định</a:t>
            </a:r>
            <a:endParaRPr lang="en-US" altLang="en-US" sz="20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342900" lvl="0" indent="-34290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ü"/>
            </a:pP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Dễ mở rộng trong tương lai</a:t>
            </a:r>
            <a:endParaRPr lang="en-US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indent="45720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endParaRPr lang="en-US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0" name="Text Box 229"/>
          <p:cNvSpPr txBox="1"/>
          <p:nvPr/>
        </p:nvSpPr>
        <p:spPr>
          <a:xfrm>
            <a:off x="1217930" y="111125"/>
            <a:ext cx="8156575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vi-VN" sz="2800" b="1" dirty="0">
                <a:solidFill>
                  <a:schemeClr val="dk1">
                    <a:lumMod val="80000"/>
                    <a:lumOff val="2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5</a:t>
            </a:r>
            <a:r>
              <a:rPr lang="vi-VN" altLang="en-US" sz="2800" b="1" dirty="0">
                <a:solidFill>
                  <a:schemeClr val="dk1">
                    <a:lumMod val="80000"/>
                    <a:lumOff val="2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. </a:t>
            </a:r>
            <a:r>
              <a:rPr lang="en-US" altLang="en-US" sz="2800" b="1" dirty="0">
                <a:solidFill>
                  <a:schemeClr val="dk1">
                    <a:lumMod val="80000"/>
                    <a:lumOff val="2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Kết lu</a:t>
            </a:r>
            <a:r>
              <a:rPr lang="vi-VN" altLang="en-US" sz="2800" b="1" dirty="0">
                <a:solidFill>
                  <a:schemeClr val="dk1">
                    <a:lumMod val="80000"/>
                    <a:lumOff val="2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ận</a:t>
            </a:r>
            <a:endParaRPr lang="vi-VN" altLang="en-US" sz="2800" b="1" dirty="0">
              <a:solidFill>
                <a:schemeClr val="dk1">
                  <a:lumMod val="80000"/>
                  <a:lumOff val="2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Text Box 229"/>
          <p:cNvSpPr txBox="1"/>
          <p:nvPr/>
        </p:nvSpPr>
        <p:spPr>
          <a:xfrm>
            <a:off x="1057910" y="848995"/>
            <a:ext cx="8156575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vi-VN" sz="2800" b="1" dirty="0">
                <a:solidFill>
                  <a:schemeClr val="dk1">
                    <a:lumMod val="80000"/>
                    <a:lumOff val="2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5</a:t>
            </a:r>
            <a:r>
              <a:rPr lang="vi-VN" altLang="en-US" sz="2800" b="1" dirty="0">
                <a:solidFill>
                  <a:schemeClr val="dk1">
                    <a:lumMod val="80000"/>
                    <a:lumOff val="2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. </a:t>
            </a:r>
            <a:r>
              <a:rPr lang="en-US" altLang="en-US" sz="2800" b="1" dirty="0">
                <a:solidFill>
                  <a:schemeClr val="dk1">
                    <a:lumMod val="80000"/>
                    <a:lumOff val="2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Kết lu</a:t>
            </a:r>
            <a:r>
              <a:rPr lang="vi-VN" altLang="en-US" sz="2800" b="1" dirty="0">
                <a:solidFill>
                  <a:schemeClr val="dk1">
                    <a:lumMod val="80000"/>
                    <a:lumOff val="2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ận</a:t>
            </a:r>
            <a:endParaRPr lang="vi-VN" altLang="en-US" sz="2800" b="1" dirty="0">
              <a:solidFill>
                <a:schemeClr val="dk1">
                  <a:lumMod val="80000"/>
                  <a:lumOff val="2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1323975" y="2191385"/>
            <a:ext cx="7623810" cy="24892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en-US" sz="2000" b="1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altLang="en-US" sz="2000" b="1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 sz="2000" b="1">
                <a:latin typeface="Arial" panose="020B0604020202020204" pitchFamily="34" charset="0"/>
                <a:cs typeface="Arial" panose="020B0604020202020204" pitchFamily="34" charset="0"/>
              </a:rPr>
              <a:t>ớng phát triển t</a:t>
            </a:r>
            <a:r>
              <a:rPr lang="en-US" altLang="en-US" sz="2000" b="1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 sz="2000" b="1">
                <a:latin typeface="Arial" panose="020B0604020202020204" pitchFamily="34" charset="0"/>
                <a:cs typeface="Arial" panose="020B0604020202020204" pitchFamily="34" charset="0"/>
              </a:rPr>
              <a:t>ơng lai</a:t>
            </a:r>
            <a:endParaRPr lang="en-US" altLang="en-US" sz="20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Tích hợp thanh toán trực tuyến qua mã QR (VNPay, MoMo) </a:t>
            </a: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ể tự </a:t>
            </a: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ộng </a:t>
            </a: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ối trừ công nợ hoàn toàn.</a:t>
            </a:r>
            <a:endParaRPr lang="en-US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Xây dựng ứng dụng di </a:t>
            </a: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ộng tận dụng Camera </a:t>
            </a: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ể quét mã vạch m</a:t>
            </a: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ợn sách nhanh.</a:t>
            </a:r>
            <a:endParaRPr lang="en-US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indent="45720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endParaRPr lang="en-US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170815" y="1667510"/>
            <a:ext cx="10036810" cy="31692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0" indent="0" algn="ctr" fontAlgn="ctr">
              <a:lnSpc>
                <a:spcPts val="12000"/>
              </a:lnSpc>
              <a:spcBef>
                <a:spcPct val="0"/>
              </a:spcBef>
            </a:pPr>
            <a:r>
              <a:rPr lang="en-US" altLang="en-US" sz="5400" b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Sriracha" panose="00000500000000000000"/>
                <a:cs typeface="Arial" panose="020B0604020202020204" pitchFamily="34" charset="0"/>
                <a:sym typeface="Sriracha" panose="00000500000000000000"/>
              </a:rPr>
              <a:t>Cảm ơn Thầy Cô và các bạn đã lắng ngh</a:t>
            </a:r>
            <a:r>
              <a:rPr lang="vi-VN" altLang="en-US" sz="5400" b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Sriracha" panose="00000500000000000000"/>
                <a:cs typeface="Arial" panose="020B0604020202020204" pitchFamily="34" charset="0"/>
                <a:sym typeface="Sriracha" panose="00000500000000000000"/>
              </a:rPr>
              <a:t>e!!</a:t>
            </a:r>
            <a:endParaRPr lang="vi-VN" altLang="en-US" sz="5400" b="1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Sriracha" panose="00000500000000000000"/>
              <a:cs typeface="Arial" panose="020B0604020202020204" pitchFamily="34" charset="0"/>
              <a:sym typeface="Sriracha" panose="0000050000000000000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INDEX" val="2"/>
  <p:tag name="KSO_WM_UNIT_TYPE" val="j"/>
  <p:tag name="KSO_WM_BEAUTIFY_FLAG" val="#wm#"/>
  <p:tag name="SlideZOrder" val="1"/>
</p:tagLst>
</file>

<file path=ppt/tags/tag2.xml><?xml version="1.0" encoding="utf-8"?>
<p:tagLst xmlns:p="http://schemas.openxmlformats.org/presentationml/2006/main">
  <p:tag name="KSO_WM_UNIT_INDEX" val="1"/>
  <p:tag name="KSO_WM_UNIT_TYPE" val="i"/>
  <p:tag name="KSO_WM_UNIT_SUBTYPE" val="h"/>
  <p:tag name="KSO_WM_BEAUTIFY_FLAG" val="#wm#"/>
  <p:tag name="SlideZOrder" val="2"/>
</p:tagLst>
</file>

<file path=ppt/tags/tag3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4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5.xml><?xml version="1.0" encoding="utf-8"?>
<p:tagLst xmlns:p="http://schemas.openxmlformats.org/presentationml/2006/main">
  <p:tag name="KSO_WM_UNIT_INDEX" val="10"/>
  <p:tag name="KSO_WM_UNIT_TYPE" val="f"/>
  <p:tag name="KSO_WM_UNIT_SUBTYPE" val="a"/>
  <p:tag name="KSO_WM_BEAUTIFY_FLAG" val="#wm#"/>
</p:tagLst>
</file>

<file path=ppt/tags/tag6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40.3697637795276,&quot;left&quot;:18.599291338582635,&quot;top&quot;:101.57763779527559,&quot;width&quot;:807.4582427688131}"/>
  <p:tag name="KSO_WM_DIAGRAM_COLOR_MATCH_VALUE" val="{&quot;shape&quot;:{&quot;fill&quot;:{&quot;type&quot;:0},&quot;glow&quot;:{&quot;colorType&quot;:0},&quot;line&quot;:{&quot;solidLine&quot;:{&quot;brightness&quot;:0.4000000059604645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6"/>
  <p:tag name="KSO_WM_UNIT_FILL_FORE_SCHEMECOLOR_INDEX_BRIGHTNESS" val="0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i"/>
  <p:tag name="KSO_WM_UNIT_INDEX" val="1_2_1"/>
  <p:tag name="KSO_WM_UNIT_ID" val="diagram20238220_4*n_h_i*1_2_1"/>
  <p:tag name="KSO_WM_TEMPLATE_CATEGORY" val="diagram"/>
  <p:tag name="KSO_WM_TEMPLATE_INDEX" val="20238220"/>
  <p:tag name="KSO_WM_UNIT_LAYERLEVEL" val="1_1_1"/>
  <p:tag name="KSO_WM_TAG_VERSION" val="3.0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7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40.3697637795276,&quot;left&quot;:18.599291338582635,&quot;top&quot;:101.57763779527559,&quot;width&quot;:807.4582427688131}"/>
  <p:tag name="KSO_WM_DIAGRAM_COLOR_MATCH_VALUE" val="{&quot;shape&quot;:{&quot;fill&quot;:{&quot;type&quot;:0},&quot;glow&quot;:{&quot;colorType&quot;:0},&quot;line&quot;:{&quot;solidLine&quot;:{&quot;brightness&quot;:0.4000000059604645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6"/>
  <p:tag name="KSO_WM_UNIT_FILL_FORE_SCHEMECOLOR_INDEX_BRIGHTNESS" val="0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i"/>
  <p:tag name="KSO_WM_UNIT_INDEX" val="1_2_2"/>
  <p:tag name="KSO_WM_UNIT_ID" val="diagram20238220_4*n_h_i*1_2_2"/>
  <p:tag name="KSO_WM_TEMPLATE_CATEGORY" val="diagram"/>
  <p:tag name="KSO_WM_TEMPLATE_INDEX" val="20238220"/>
  <p:tag name="KSO_WM_UNIT_LAYERLEVEL" val="1_1_1"/>
  <p:tag name="KSO_WM_TAG_VERSION" val="3.0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8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40.3697637795276,&quot;left&quot;:18.599291338582635,&quot;top&quot;:101.57763779527559,&quot;width&quot;:807.4582427688131}"/>
  <p:tag name="KSO_WM_DIAGRAM_COLOR_MATCH_VALUE" val="{&quot;shape&quot;:{&quot;fill&quot;:{&quot;type&quot;:0},&quot;glow&quot;:{&quot;colorType&quot;:0},&quot;line&quot;:{&quot;solidLine&quot;:{&quot;brightness&quot;:0.4000000059604645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6"/>
  <p:tag name="KSO_WM_UNIT_FILL_FORE_SCHEMECOLOR_INDEX_BRIGHTNESS" val="0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i"/>
  <p:tag name="KSO_WM_UNIT_INDEX" val="1_2_3"/>
  <p:tag name="KSO_WM_UNIT_ID" val="diagram20238220_4*n_h_i*1_2_3"/>
  <p:tag name="KSO_WM_TEMPLATE_CATEGORY" val="diagram"/>
  <p:tag name="KSO_WM_TEMPLATE_INDEX" val="20238220"/>
  <p:tag name="KSO_WM_UNIT_LAYERLEVEL" val="1_1_1"/>
  <p:tag name="KSO_WM_TAG_VERSION" val="3.0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9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40.3697637795276,&quot;left&quot;:18.599291338582635,&quot;top&quot;:101.57763779527559,&quot;width&quot;:807.4582427688131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6,&quot;pos&quot;:1,&quot;transparency&quot;:0}],&quot;type&quot;:3},&quot;glow&quot;:{&quot;colorType&quot;:0},&quot;line&quot;:{&quot;type&quot;:0},&quot;shadow&quot;:{&quot;brightness&quot;:0,&quot;colorType&quot;:2,&quot;rgb&quot;:&quot;#000000&quot;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a"/>
  <p:tag name="KSO_WM_UNIT_INDEX" val="1_1_1"/>
  <p:tag name="KSO_WM_UNIT_ID" val="diagram20238220_4*n_h_a*1_1_1"/>
  <p:tag name="KSO_WM_TEMPLATE_CATEGORY" val="diagram"/>
  <p:tag name="KSO_WM_TEMPLATE_INDEX" val="20238220"/>
  <p:tag name="KSO_WM_UNIT_LAYERLEVEL" val="1_1_1"/>
  <p:tag name="KSO_WM_TAG_VERSION" val="3.0"/>
  <p:tag name="KSO_WM_BEAUTIFY_FLAG" val="#wm#"/>
  <p:tag name="KSO_WM_UNIT_PRESET_TEXT" val="Your title here"/>
  <p:tag name="KSO_WM_UNIT_FILL_TYPE" val="3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0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40.3697637795276,&quot;left&quot;:18.599291338582635,&quot;top&quot;:101.57763779527559,&quot;width&quot;:807.4582427688131}"/>
  <p:tag name="KSO_WM_DIAGRAM_COLOR_MATCH_VALUE" val="{&quot;shape&quot;:{&quot;fill&quot;:{&quot;solid&quot;:{&quot;brightness&quot;:0.8999999761581421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0000000298023224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f"/>
  <p:tag name="KSO_WM_UNIT_INDEX" val="1_2_1_1"/>
  <p:tag name="KSO_WM_UNIT_ID" val="diagram20238220_4*n_h_h_f*1_2_1_1"/>
  <p:tag name="KSO_WM_TEMPLATE_CATEGORY" val="diagram"/>
  <p:tag name="KSO_WM_TEMPLATE_INDEX" val="20238220"/>
  <p:tag name="KSO_WM_UNIT_LAYERLEVEL" val="1_1_1_1"/>
  <p:tag name="KSO_WM_TAG_VERSION" val="3.0"/>
  <p:tag name="KSO_WM_BEAUTIFY_FLAG" val="#wm#"/>
  <p:tag name="KSO_WM_UNIT_PRESET_TEXT" val="Click here to add text"/>
  <p:tag name="KSO_WM_UNIT_FILL_TYPE" val="1"/>
  <p:tag name="KSO_WM_UNIT_FILL_FORE_SCHEMECOLOR_INDEX" val="5"/>
  <p:tag name="KSO_WM_UNIT_FILL_FORE_SCHEMECOLOR_INDEX_BRIGHTNESS" val="0.9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1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40.3697637795276,&quot;left&quot;:18.599291338582635,&quot;top&quot;:101.57763779527559,&quot;width&quot;:807.4582427688131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6,&quot;pos&quot;:1,&quot;transparency&quot;:0}],&quot;type&quot;:3},&quot;glow&quot;:{&quot;colorType&quot;:0},&quot;line&quot;:{&quot;type&quot;:0},&quot;shadow&quot;:{&quot;brightness&quot;:0,&quot;colorType&quot;:2,&quot;rgb&quot;:&quot;#000000&quot;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SUBTYPE" val="d"/>
  <p:tag name="KSO_WM_UNIT_TYPE" val="n_h_h_i"/>
  <p:tag name="KSO_WM_UNIT_INDEX" val="1_2_1_1"/>
  <p:tag name="KSO_WM_UNIT_ID" val="diagram20238220_4*n_h_h_i*1_2_1_1"/>
  <p:tag name="KSO_WM_TEMPLATE_CATEGORY" val="diagram"/>
  <p:tag name="KSO_WM_TEMPLATE_INDEX" val="20238220"/>
  <p:tag name="KSO_WM_UNIT_LAYERLEVEL" val="1_1_1_1"/>
  <p:tag name="KSO_WM_TAG_VERSION" val="3.0"/>
  <p:tag name="KSO_WM_BEAUTIFY_FLAG" val="#wm#"/>
  <p:tag name="KSO_WM_UNIT_PRESET_TEXT" val="1"/>
  <p:tag name="KSO_WM_UNIT_FILL_TYPE" val="3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2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40.3697637795276,&quot;left&quot;:18.599291338582635,&quot;top&quot;:101.57763779527559,&quot;width&quot;:807.4582427688131}"/>
  <p:tag name="KSO_WM_DIAGRAM_COLOR_MATCH_VALUE" val="{&quot;shape&quot;:{&quot;fill&quot;:{&quot;solid&quot;:{&quot;brightness&quot;:0.8999999761581421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0000000298023224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f"/>
  <p:tag name="KSO_WM_UNIT_INDEX" val="1_2_4_1"/>
  <p:tag name="KSO_WM_UNIT_ID" val="diagram20238220_4*n_h_h_f*1_2_4_1"/>
  <p:tag name="KSO_WM_TEMPLATE_CATEGORY" val="diagram"/>
  <p:tag name="KSO_WM_TEMPLATE_INDEX" val="20238220"/>
  <p:tag name="KSO_WM_UNIT_LAYERLEVEL" val="1_1_1_1"/>
  <p:tag name="KSO_WM_TAG_VERSION" val="3.0"/>
  <p:tag name="KSO_WM_BEAUTIFY_FLAG" val="#wm#"/>
  <p:tag name="KSO_WM_UNIT_PRESET_TEXT" val="Click here to add text"/>
  <p:tag name="KSO_WM_UNIT_FILL_TYPE" val="1"/>
  <p:tag name="KSO_WM_UNIT_FILL_FORE_SCHEMECOLOR_INDEX" val="5"/>
  <p:tag name="KSO_WM_UNIT_FILL_FORE_SCHEMECOLOR_INDEX_BRIGHTNESS" val="0.9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3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40.3697637795276,&quot;left&quot;:18.599291338582635,&quot;top&quot;:101.57763779527559,&quot;width&quot;:807.4582427688131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6,&quot;pos&quot;:1,&quot;transparency&quot;:0}],&quot;type&quot;:3},&quot;glow&quot;:{&quot;colorType&quot;:0},&quot;line&quot;:{&quot;type&quot;:0},&quot;shadow&quot;:{&quot;brightness&quot;:0,&quot;colorType&quot;:2,&quot;rgb&quot;:&quot;#000000&quot;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SUBTYPE" val="d"/>
  <p:tag name="KSO_WM_UNIT_TYPE" val="n_h_h_i"/>
  <p:tag name="KSO_WM_UNIT_INDEX" val="1_2_4_1"/>
  <p:tag name="KSO_WM_UNIT_ID" val="diagram20238220_4*n_h_h_i*1_2_4_1"/>
  <p:tag name="KSO_WM_TEMPLATE_CATEGORY" val="diagram"/>
  <p:tag name="KSO_WM_TEMPLATE_INDEX" val="20238220"/>
  <p:tag name="KSO_WM_UNIT_LAYERLEVEL" val="1_1_1_1"/>
  <p:tag name="KSO_WM_TAG_VERSION" val="3.0"/>
  <p:tag name="KSO_WM_BEAUTIFY_FLAG" val="#wm#"/>
  <p:tag name="KSO_WM_UNIT_PRESET_TEXT" val="4"/>
  <p:tag name="KSO_WM_UNIT_FILL_TYPE" val="3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4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40.3697637795276,&quot;left&quot;:18.599291338582635,&quot;top&quot;:101.57763779527559,&quot;width&quot;:807.4582427688131}"/>
  <p:tag name="KSO_WM_DIAGRAM_COLOR_MATCH_VALUE" val="{&quot;shape&quot;:{&quot;fill&quot;:{&quot;solid&quot;:{&quot;brightness&quot;:0.8999999761581421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0000000298023224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f"/>
  <p:tag name="KSO_WM_UNIT_INDEX" val="1_2_2_1"/>
  <p:tag name="KSO_WM_UNIT_ID" val="diagram20238220_4*n_h_h_f*1_2_2_1"/>
  <p:tag name="KSO_WM_TEMPLATE_CATEGORY" val="diagram"/>
  <p:tag name="KSO_WM_TEMPLATE_INDEX" val="20238220"/>
  <p:tag name="KSO_WM_UNIT_LAYERLEVEL" val="1_1_1_1"/>
  <p:tag name="KSO_WM_TAG_VERSION" val="3.0"/>
  <p:tag name="KSO_WM_BEAUTIFY_FLAG" val="#wm#"/>
  <p:tag name="KSO_WM_UNIT_PRESET_TEXT" val="Click here to add text"/>
  <p:tag name="KSO_WM_UNIT_FILL_TYPE" val="1"/>
  <p:tag name="KSO_WM_UNIT_FILL_FORE_SCHEMECOLOR_INDEX" val="5"/>
  <p:tag name="KSO_WM_UNIT_FILL_FORE_SCHEMECOLOR_INDEX_BRIGHTNESS" val="0.9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5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40.3697637795276,&quot;left&quot;:18.599291338582635,&quot;top&quot;:101.57763779527559,&quot;width&quot;:807.4582427688131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6,&quot;pos&quot;:1,&quot;transparency&quot;:0}],&quot;type&quot;:3},&quot;glow&quot;:{&quot;colorType&quot;:0},&quot;line&quot;:{&quot;type&quot;:0},&quot;shadow&quot;:{&quot;brightness&quot;:0,&quot;colorType&quot;:2,&quot;rgb&quot;:&quot;#000000&quot;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SUBTYPE" val="d"/>
  <p:tag name="KSO_WM_UNIT_TYPE" val="n_h_h_i"/>
  <p:tag name="KSO_WM_UNIT_INDEX" val="1_2_2_1"/>
  <p:tag name="KSO_WM_UNIT_ID" val="diagram20238220_4*n_h_h_i*1_2_2_1"/>
  <p:tag name="KSO_WM_TEMPLATE_CATEGORY" val="diagram"/>
  <p:tag name="KSO_WM_TEMPLATE_INDEX" val="20238220"/>
  <p:tag name="KSO_WM_UNIT_LAYERLEVEL" val="1_1_1_1"/>
  <p:tag name="KSO_WM_TAG_VERSION" val="3.0"/>
  <p:tag name="KSO_WM_BEAUTIFY_FLAG" val="#wm#"/>
  <p:tag name="KSO_WM_UNIT_PRESET_TEXT" val="2"/>
  <p:tag name="KSO_WM_UNIT_FILL_TYPE" val="3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6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40.3697637795276,&quot;left&quot;:18.599291338582635,&quot;top&quot;:101.57763779527559,&quot;width&quot;:807.4582427688131}"/>
  <p:tag name="KSO_WM_DIAGRAM_COLOR_MATCH_VALUE" val="{&quot;shape&quot;:{&quot;fill&quot;:{&quot;solid&quot;:{&quot;brightness&quot;:0.8999999761581421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0000000298023224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f"/>
  <p:tag name="KSO_WM_UNIT_INDEX" val="1_2_5_1"/>
  <p:tag name="KSO_WM_UNIT_ID" val="diagram20238220_4*n_h_h_f*1_2_5_1"/>
  <p:tag name="KSO_WM_TEMPLATE_CATEGORY" val="diagram"/>
  <p:tag name="KSO_WM_TEMPLATE_INDEX" val="20238220"/>
  <p:tag name="KSO_WM_UNIT_LAYERLEVEL" val="1_1_1_1"/>
  <p:tag name="KSO_WM_TAG_VERSION" val="3.0"/>
  <p:tag name="KSO_WM_BEAUTIFY_FLAG" val="#wm#"/>
  <p:tag name="KSO_WM_UNIT_PRESET_TEXT" val="Click here to add text"/>
  <p:tag name="KSO_WM_UNIT_FILL_TYPE" val="1"/>
  <p:tag name="KSO_WM_UNIT_FILL_FORE_SCHEMECOLOR_INDEX" val="5"/>
  <p:tag name="KSO_WM_UNIT_FILL_FORE_SCHEMECOLOR_INDEX_BRIGHTNESS" val="0.9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7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40.3697637795276,&quot;left&quot;:18.599291338582635,&quot;top&quot;:101.57763779527559,&quot;width&quot;:807.4582427688131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6,&quot;pos&quot;:1,&quot;transparency&quot;:0}],&quot;type&quot;:3},&quot;glow&quot;:{&quot;colorType&quot;:0},&quot;line&quot;:{&quot;type&quot;:0},&quot;shadow&quot;:{&quot;brightness&quot;:0,&quot;colorType&quot;:2,&quot;rgb&quot;:&quot;#000000&quot;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SUBTYPE" val="d"/>
  <p:tag name="KSO_WM_UNIT_TYPE" val="n_h_h_i"/>
  <p:tag name="KSO_WM_UNIT_INDEX" val="1_2_5_1"/>
  <p:tag name="KSO_WM_UNIT_ID" val="diagram20238220_4*n_h_h_i*1_2_5_1"/>
  <p:tag name="KSO_WM_TEMPLATE_CATEGORY" val="diagram"/>
  <p:tag name="KSO_WM_TEMPLATE_INDEX" val="20238220"/>
  <p:tag name="KSO_WM_UNIT_LAYERLEVEL" val="1_1_1_1"/>
  <p:tag name="KSO_WM_TAG_VERSION" val="3.0"/>
  <p:tag name="KSO_WM_BEAUTIFY_FLAG" val="#wm#"/>
  <p:tag name="KSO_WM_UNIT_PRESET_TEXT" val="5"/>
  <p:tag name="KSO_WM_UNIT_FILL_TYPE" val="3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8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40.3697637795276,&quot;left&quot;:18.599291338582635,&quot;top&quot;:101.57763779527559,&quot;width&quot;:807.4582427688131}"/>
  <p:tag name="KSO_WM_DIAGRAM_COLOR_MATCH_VALUE" val="{&quot;shape&quot;:{&quot;fill&quot;:{&quot;solid&quot;:{&quot;brightness&quot;:0.8999999761581421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0000000298023224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f"/>
  <p:tag name="KSO_WM_UNIT_INDEX" val="1_2_3_1"/>
  <p:tag name="KSO_WM_UNIT_ID" val="diagram20238220_4*n_h_h_f*1_2_3_1"/>
  <p:tag name="KSO_WM_TEMPLATE_CATEGORY" val="diagram"/>
  <p:tag name="KSO_WM_TEMPLATE_INDEX" val="20238220"/>
  <p:tag name="KSO_WM_UNIT_LAYERLEVEL" val="1_1_1_1"/>
  <p:tag name="KSO_WM_TAG_VERSION" val="3.0"/>
  <p:tag name="KSO_WM_BEAUTIFY_FLAG" val="#wm#"/>
  <p:tag name="KSO_WM_UNIT_PRESET_TEXT" val="Click here to add text"/>
  <p:tag name="KSO_WM_UNIT_FILL_TYPE" val="1"/>
  <p:tag name="KSO_WM_UNIT_FILL_FORE_SCHEMECOLOR_INDEX" val="5"/>
  <p:tag name="KSO_WM_UNIT_FILL_FORE_SCHEMECOLOR_INDEX_BRIGHTNESS" val="0.9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9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40.3697637795276,&quot;left&quot;:18.599291338582635,&quot;top&quot;:101.57763779527559,&quot;width&quot;:807.4582427688131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6,&quot;pos&quot;:1,&quot;transparency&quot;:0}],&quot;type&quot;:3},&quot;glow&quot;:{&quot;colorType&quot;:0},&quot;line&quot;:{&quot;type&quot;:0},&quot;shadow&quot;:{&quot;brightness&quot;:0,&quot;colorType&quot;:2,&quot;rgb&quot;:&quot;#000000&quot;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SUBTYPE" val="d"/>
  <p:tag name="KSO_WM_UNIT_TYPE" val="n_h_h_i"/>
  <p:tag name="KSO_WM_UNIT_INDEX" val="1_2_3_1"/>
  <p:tag name="KSO_WM_UNIT_ID" val="diagram20238220_4*n_h_h_i*1_2_3_1"/>
  <p:tag name="KSO_WM_TEMPLATE_CATEGORY" val="diagram"/>
  <p:tag name="KSO_WM_TEMPLATE_INDEX" val="20238220"/>
  <p:tag name="KSO_WM_UNIT_LAYERLEVEL" val="1_1_1_1"/>
  <p:tag name="KSO_WM_TAG_VERSION" val="3.0"/>
  <p:tag name="KSO_WM_BEAUTIFY_FLAG" val="#wm#"/>
  <p:tag name="KSO_WM_UNIT_PRESET_TEXT" val="3"/>
  <p:tag name="KSO_WM_UNIT_FILL_TYPE" val="3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20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79.7923187255859,&quot;left&quot;:21.806141732283457,&quot;top&quot;:132.75,&quot;width&quot;:893.1438582677165}"/>
  <p:tag name="KSO_WM_DIAGRAM_COLOR_MATCH_VALUE" val="{&quot;shape&quot;:{&quot;fill&quot;:{&quot;solid&quot;:{&quot;brightness&quot;:0.4000000059604645,&quot;colorType&quot;:1,&quot;foreColorIndex&quot;:5,&quot;transparency&quot;:0.80000001192092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i"/>
  <p:tag name="KSO_WM_UNIT_INDEX" val="1_1_1"/>
  <p:tag name="KSO_WM_UNIT_ID" val="diagram20238224_2*n_h_i*1_1_1"/>
  <p:tag name="KSO_WM_TEMPLATE_CATEGORY" val="diagram"/>
  <p:tag name="KSO_WM_TEMPLATE_INDEX" val="20238224"/>
  <p:tag name="KSO_WM_UNIT_LAYERLEVEL" val="1_1_1"/>
  <p:tag name="KSO_WM_TAG_VERSION" val="3.0"/>
  <p:tag name="KSO_WM_BEAUTIFY_FLAG" val="#wm#"/>
  <p:tag name="KSO_WM_UNIT_FILL_TYPE" val="1"/>
  <p:tag name="KSO_WM_UNIT_FILL_FORE_SCHEMECOLOR_INDEX" val="5"/>
  <p:tag name="KSO_WM_UNIT_FILL_FORE_SCHEMECOLOR_INDEX_BRIGHTNESS" val="0.4"/>
  <p:tag name="KSO_WM_DIAGRAM_USE_COLOR_VALUE" val="{&quot;color_scheme&quot;:1,&quot;color_type&quot;:1,&quot;theme_color_indexes&quot;:[5,6,5,6,5,6]}"/>
</p:tagLst>
</file>

<file path=ppt/tags/tag21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79.7923187255859,&quot;left&quot;:21.806141732283457,&quot;top&quot;:132.75,&quot;width&quot;:893.143858267716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SUBTYPE" val="d"/>
  <p:tag name="KSO_WM_UNIT_TYPE" val="n_h_h_i"/>
  <p:tag name="KSO_WM_UNIT_INDEX" val="1_2_1_2"/>
  <p:tag name="KSO_WM_UNIT_ID" val="diagram20238224_2*n_h_h_i*1_2_1_2"/>
  <p:tag name="KSO_WM_TEMPLATE_CATEGORY" val="diagram"/>
  <p:tag name="KSO_WM_TEMPLATE_INDEX" val="20238224"/>
  <p:tag name="KSO_WM_UNIT_LAYERLEVEL" val="1_1_1_1"/>
  <p:tag name="KSO_WM_TAG_VERSION" val="3.0"/>
  <p:tag name="KSO_WM_BEAUTIFY_FLAG" val="#wm#"/>
  <p:tag name="KSO_WM_UNIT_PRESET_TEXT" val="01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22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79.7923187255859,&quot;left&quot;:21.806141732283457,&quot;top&quot;:132.75,&quot;width&quot;:893.143858267716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SUBTYPE" val="d"/>
  <p:tag name="KSO_WM_UNIT_TYPE" val="n_h_h_i"/>
  <p:tag name="KSO_WM_UNIT_INDEX" val="1_2_2_2"/>
  <p:tag name="KSO_WM_UNIT_ID" val="diagram20238224_2*n_h_h_i*1_2_2_2"/>
  <p:tag name="KSO_WM_TEMPLATE_CATEGORY" val="diagram"/>
  <p:tag name="KSO_WM_TEMPLATE_INDEX" val="20238224"/>
  <p:tag name="KSO_WM_UNIT_LAYERLEVEL" val="1_1_1_1"/>
  <p:tag name="KSO_WM_TAG_VERSION" val="3.0"/>
  <p:tag name="KSO_WM_BEAUTIFY_FLAG" val="#wm#"/>
  <p:tag name="KSO_WM_UNIT_PRESET_TEXT" val="02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23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79.7923187255859,&quot;left&quot;:21.806141732283457,&quot;top&quot;:132.75,&quot;width&quot;:893.143858267716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SUBTYPE" val="d"/>
  <p:tag name="KSO_WM_UNIT_TYPE" val="n_h_h_i"/>
  <p:tag name="KSO_WM_UNIT_INDEX" val="1_2_3_2"/>
  <p:tag name="KSO_WM_UNIT_ID" val="diagram20238224_2*n_h_h_i*1_2_3_2"/>
  <p:tag name="KSO_WM_TEMPLATE_CATEGORY" val="diagram"/>
  <p:tag name="KSO_WM_TEMPLATE_INDEX" val="20238224"/>
  <p:tag name="KSO_WM_UNIT_LAYERLEVEL" val="1_1_1_1"/>
  <p:tag name="KSO_WM_TAG_VERSION" val="3.0"/>
  <p:tag name="KSO_WM_BEAUTIFY_FLAG" val="#wm#"/>
  <p:tag name="KSO_WM_UNIT_PRESET_TEXT" val="03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24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79.7923187255859,&quot;left&quot;:21.806141732283457,&quot;top&quot;:132.75,&quot;width&quot;:893.143858267716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a"/>
  <p:tag name="KSO_WM_UNIT_INDEX" val="1_1_1"/>
  <p:tag name="KSO_WM_UNIT_ID" val="diagram20238224_2*n_h_a*1_1_1"/>
  <p:tag name="KSO_WM_TEMPLATE_CATEGORY" val="diagram"/>
  <p:tag name="KSO_WM_TEMPLATE_INDEX" val="20238224"/>
  <p:tag name="KSO_WM_UNIT_LAYERLEVEL" val="1_1_1"/>
  <p:tag name="KSO_WM_TAG_VERSION" val="3.0"/>
  <p:tag name="KSO_WM_BEAUTIFY_FLAG" val="#wm#"/>
  <p:tag name="KSO_WM_UNIT_PRESET_TEXT" val="Your title here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25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79.7923187255859,&quot;left&quot;:21.806141732283457,&quot;top&quot;:132.75,&quot;width&quot;:893.143858267716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52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f"/>
  <p:tag name="KSO_WM_UNIT_INDEX" val="1_2_1_1"/>
  <p:tag name="KSO_WM_UNIT_ID" val="diagram20238224_2*n_h_h_f*1_2_1_1"/>
  <p:tag name="KSO_WM_TEMPLATE_CATEGORY" val="diagram"/>
  <p:tag name="KSO_WM_TEMPLATE_INDEX" val="20238224"/>
  <p:tag name="KSO_WM_UNIT_LAYERLEVEL" val="1_1_1_1"/>
  <p:tag name="KSO_WM_TAG_VERSION" val="3.0"/>
  <p:tag name="KSO_WM_BEAUTIFY_FLAG" val="#wm#"/>
  <p:tag name="KSO_WM_UNIT_PRESET_TEXT" val="Click here to add text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26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79.7923187255859,&quot;left&quot;:21.806141732283457,&quot;top&quot;:132.75,&quot;width&quot;:893.143858267716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52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f"/>
  <p:tag name="KSO_WM_UNIT_INDEX" val="1_2_2_1"/>
  <p:tag name="KSO_WM_UNIT_ID" val="diagram20238224_2*n_h_h_f*1_2_2_1"/>
  <p:tag name="KSO_WM_TEMPLATE_CATEGORY" val="diagram"/>
  <p:tag name="KSO_WM_TEMPLATE_INDEX" val="20238224"/>
  <p:tag name="KSO_WM_UNIT_LAYERLEVEL" val="1_1_1_1"/>
  <p:tag name="KSO_WM_TAG_VERSION" val="3.0"/>
  <p:tag name="KSO_WM_BEAUTIFY_FLAG" val="#wm#"/>
  <p:tag name="KSO_WM_UNIT_PRESET_TEXT" val="Click here to add text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27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79.7923187255859,&quot;left&quot;:21.806141732283457,&quot;top&quot;:132.75,&quot;width&quot;:893.143858267716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52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f"/>
  <p:tag name="KSO_WM_UNIT_INDEX" val="1_2_3_1"/>
  <p:tag name="KSO_WM_UNIT_ID" val="diagram20238224_2*n_h_h_f*1_2_3_1"/>
  <p:tag name="KSO_WM_TEMPLATE_CATEGORY" val="diagram"/>
  <p:tag name="KSO_WM_TEMPLATE_INDEX" val="20238224"/>
  <p:tag name="KSO_WM_UNIT_LAYERLEVEL" val="1_1_1_1"/>
  <p:tag name="KSO_WM_TAG_VERSION" val="3.0"/>
  <p:tag name="KSO_WM_BEAUTIFY_FLAG" val="#wm#"/>
  <p:tag name="KSO_WM_UNIT_PRESET_TEXT" val="Click here to add text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28.xml><?xml version="1.0" encoding="utf-8"?>
<p:tagLst xmlns:p="http://schemas.openxmlformats.org/presentationml/2006/main">
  <p:tag name="KSO_WM_UNIT_COMPATIBLE" val="0"/>
  <p:tag name="KSO_WM_UNIT_DIAGRAM_ISREFERUNIT" val="0"/>
  <p:tag name="KSO_WM_UNIT_TYPE" val="l_h_i"/>
  <p:tag name="KSO_WM_TEMPLATE_INDEX" val="20238278"/>
  <p:tag name="KSO_WM_TAG_VERSION" val="3.0"/>
  <p:tag name="KSO_WM_DIAGRAM_COLOR_TRICK" val="1"/>
  <p:tag name="KSO_WM_DIAGRAM_MAX_ITEMCNT" val="5"/>
  <p:tag name="KSO_WM_DIAGRAM_VIRTUALLY_FRAME" val="{&quot;height&quot;:410.43181102362206,&quot;left&quot;:30.156456692913377,&quot;top&quot;:108.72511811023621,&quot;width&quot;:1211.4247244094488}"/>
  <p:tag name="KSO_WM_BEAUTIFY_FLAG" val="#wm#"/>
  <p:tag name="KSO_WM_UNIT_HIGHLIGHT" val="0"/>
  <p:tag name="KSO_WM_UNIT_DIAGRAM_ISNUMVISUAL" val="0"/>
  <p:tag name="KSO_WM_DIAGRAM_GROUP_CODE" val="l1-1"/>
  <p:tag name="KSO_WM_UNIT_SUBTYPE" val="d"/>
  <p:tag name="KSO_WM_UNIT_INDEX" val="1_1_2"/>
  <p:tag name="KSO_WM_UNIT_ID" val="diagram20238278_2*l_h_i*1_1_2"/>
  <p:tag name="KSO_WM_TEMPLATE_CATEGORY" val="diagram"/>
  <p:tag name="KSO_WM_UNIT_LAYERLEVEL" val="1_1_1"/>
  <p:tag name="KSO_WM_DIAGRAM_VERSION" val="3"/>
  <p:tag name="KSO_WM_DIAGRAM_COLOR_TEXT_CAN_REMOVE" val="n"/>
  <p:tag name="KSO_WM_DIAGRAM_MIN_ITEMCNT" val="2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1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29.xml><?xml version="1.0" encoding="utf-8"?>
<p:tagLst xmlns:p="http://schemas.openxmlformats.org/presentationml/2006/main">
  <p:tag name="KSO_WM_UNIT_COMPATIBLE" val="0"/>
  <p:tag name="KSO_WM_UNIT_DIAGRAM_ISREFERUNIT" val="0"/>
  <p:tag name="KSO_WM_UNIT_TYPE" val="l_h_i"/>
  <p:tag name="KSO_WM_TEMPLATE_INDEX" val="20238278"/>
  <p:tag name="KSO_WM_TAG_VERSION" val="3.0"/>
  <p:tag name="KSO_WM_DIAGRAM_COLOR_TRICK" val="1"/>
  <p:tag name="KSO_WM_DIAGRAM_MAX_ITEMCNT" val="5"/>
  <p:tag name="KSO_WM_DIAGRAM_VIRTUALLY_FRAME" val="{&quot;height&quot;:410.43181102362206,&quot;left&quot;:30.156456692913377,&quot;top&quot;:108.72511811023621,&quot;width&quot;:1211.4247244094488}"/>
  <p:tag name="KSO_WM_BEAUTIFY_FLAG" val="#wm#"/>
  <p:tag name="KSO_WM_UNIT_HIGHLIGHT" val="0"/>
  <p:tag name="KSO_WM_UNIT_DIAGRAM_ISNUMVISUAL" val="0"/>
  <p:tag name="KSO_WM_DIAGRAM_GROUP_CODE" val="l1-1"/>
  <p:tag name="KSO_WM_UNIT_SUBTYPE" val="d"/>
  <p:tag name="KSO_WM_UNIT_INDEX" val="1_2_2"/>
  <p:tag name="KSO_WM_UNIT_ID" val="diagram20238278_2*l_h_i*1_2_2"/>
  <p:tag name="KSO_WM_TEMPLATE_CATEGORY" val="diagram"/>
  <p:tag name="KSO_WM_UNIT_LAYERLEVEL" val="1_1_1"/>
  <p:tag name="KSO_WM_DIAGRAM_VERSION" val="3"/>
  <p:tag name="KSO_WM_DIAGRAM_COLOR_TEXT_CAN_REMOVE" val="n"/>
  <p:tag name="KSO_WM_DIAGRAM_MIN_ITEMCNT" val="2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2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30.xml><?xml version="1.0" encoding="utf-8"?>
<p:tagLst xmlns:p="http://schemas.openxmlformats.org/presentationml/2006/main">
  <p:tag name="KSO_WM_UNIT_COMPATIBLE" val="0"/>
  <p:tag name="KSO_WM_UNIT_DIAGRAM_ISREFERUNIT" val="0"/>
  <p:tag name="KSO_WM_UNIT_TYPE" val="l_h_i"/>
  <p:tag name="KSO_WM_TEMPLATE_INDEX" val="20238278"/>
  <p:tag name="KSO_WM_TAG_VERSION" val="3.0"/>
  <p:tag name="KSO_WM_DIAGRAM_COLOR_TRICK" val="1"/>
  <p:tag name="KSO_WM_DIAGRAM_MAX_ITEMCNT" val="5"/>
  <p:tag name="KSO_WM_DIAGRAM_VIRTUALLY_FRAME" val="{&quot;height&quot;:410.43181102362206,&quot;left&quot;:30.156456692913377,&quot;top&quot;:108.72511811023621,&quot;width&quot;:1211.4247244094488}"/>
  <p:tag name="KSO_WM_BEAUTIFY_FLAG" val="#wm#"/>
  <p:tag name="KSO_WM_UNIT_HIGHLIGHT" val="0"/>
  <p:tag name="KSO_WM_UNIT_DIAGRAM_ISNUMVISUAL" val="0"/>
  <p:tag name="KSO_WM_DIAGRAM_GROUP_CODE" val="l1-1"/>
  <p:tag name="KSO_WM_UNIT_SUBTYPE" val="d"/>
  <p:tag name="KSO_WM_UNIT_INDEX" val="1_3_1"/>
  <p:tag name="KSO_WM_UNIT_ID" val="diagram20238278_2*l_h_i*1_3_1"/>
  <p:tag name="KSO_WM_TEMPLATE_CATEGORY" val="diagram"/>
  <p:tag name="KSO_WM_UNIT_LAYERLEVEL" val="1_1_1"/>
  <p:tag name="KSO_WM_DIAGRAM_VERSION" val="3"/>
  <p:tag name="KSO_WM_DIAGRAM_COLOR_TEXT_CAN_REMOVE" val="n"/>
  <p:tag name="KSO_WM_DIAGRAM_MIN_ITEMCNT" val="2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3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3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8278_2*l_h_a*1_1_1"/>
  <p:tag name="KSO_WM_TEMPLATE_CATEGORY" val="diagram"/>
  <p:tag name="KSO_WM_TEMPLATE_INDEX" val="20238278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VALUE" val="25"/>
  <p:tag name="KSO_WM_DIAGRAM_MAX_ITEMCNT" val="5"/>
  <p:tag name="KSO_WM_DIAGRAM_MIN_ITEMCNT" val="2"/>
  <p:tag name="KSO_WM_DIAGRAM_VIRTUALLY_FRAME" val="{&quot;height&quot;:410.43181102362206,&quot;left&quot;:30.156456692913377,&quot;top&quot;:108.72511811023621,&quot;width&quot;:1211.42472440944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PRESET_TEXT" val="Your title here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32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8278_2*l_h_f*1_1_1"/>
  <p:tag name="KSO_WM_TEMPLATE_CATEGORY" val="diagram"/>
  <p:tag name="KSO_WM_TEMPLATE_INDEX" val="20238278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VALUE" val="111"/>
  <p:tag name="KSO_WM_DIAGRAM_MAX_ITEMCNT" val="5"/>
  <p:tag name="KSO_WM_DIAGRAM_MIN_ITEMCNT" val="2"/>
  <p:tag name="KSO_WM_DIAGRAM_VIRTUALLY_FRAME" val="{&quot;height&quot;:410.43181102362206,&quot;left&quot;:30.156456692913377,&quot;top&quot;:108.72511811023621,&quot;width&quot;:1211.42472440944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PRESET_TEXT" val="Presentations are communication tools that can be used as demonstrations.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3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8278_2*l_h_a*1_2_1"/>
  <p:tag name="KSO_WM_TEMPLATE_CATEGORY" val="diagram"/>
  <p:tag name="KSO_WM_TEMPLATE_INDEX" val="20238278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VALUE" val="25"/>
  <p:tag name="KSO_WM_DIAGRAM_MAX_ITEMCNT" val="5"/>
  <p:tag name="KSO_WM_DIAGRAM_MIN_ITEMCNT" val="2"/>
  <p:tag name="KSO_WM_DIAGRAM_VIRTUALLY_FRAME" val="{&quot;height&quot;:410.43181102362206,&quot;left&quot;:30.156456692913377,&quot;top&quot;:108.72511811023621,&quot;width&quot;:1211.42472440944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PRESET_TEXT" val="Your title here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34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8278_2*l_h_f*1_2_1"/>
  <p:tag name="KSO_WM_TEMPLATE_CATEGORY" val="diagram"/>
  <p:tag name="KSO_WM_TEMPLATE_INDEX" val="20238278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VALUE" val="74"/>
  <p:tag name="KSO_WM_DIAGRAM_MAX_ITEMCNT" val="5"/>
  <p:tag name="KSO_WM_DIAGRAM_MIN_ITEMCNT" val="2"/>
  <p:tag name="KSO_WM_DIAGRAM_VIRTUALLY_FRAME" val="{&quot;height&quot;:410.43181102362206,&quot;left&quot;:30.156456692913377,&quot;top&quot;:108.72511811023621,&quot;width&quot;:1211.42472440944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PRESET_TEXT" val="Presentations are communication tools that can be used as demonstrations.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3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8278_2*l_h_a*1_3_1"/>
  <p:tag name="KSO_WM_TEMPLATE_CATEGORY" val="diagram"/>
  <p:tag name="KSO_WM_TEMPLATE_INDEX" val="20238278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VALUE" val="25"/>
  <p:tag name="KSO_WM_DIAGRAM_MAX_ITEMCNT" val="5"/>
  <p:tag name="KSO_WM_DIAGRAM_MIN_ITEMCNT" val="2"/>
  <p:tag name="KSO_WM_DIAGRAM_VIRTUALLY_FRAME" val="{&quot;height&quot;:410.43181102362206,&quot;left&quot;:30.156456692913377,&quot;top&quot;:108.72511811023621,&quot;width&quot;:1211.42472440944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PRESET_TEXT" val="Your title here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36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8278_2*l_h_f*1_3_1"/>
  <p:tag name="KSO_WM_TEMPLATE_CATEGORY" val="diagram"/>
  <p:tag name="KSO_WM_TEMPLATE_INDEX" val="20238278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VALUE" val="74"/>
  <p:tag name="KSO_WM_DIAGRAM_MAX_ITEMCNT" val="5"/>
  <p:tag name="KSO_WM_DIAGRAM_MIN_ITEMCNT" val="2"/>
  <p:tag name="KSO_WM_DIAGRAM_VIRTUALLY_FRAME" val="{&quot;height&quot;:410.43181102362206,&quot;left&quot;:30.156456692913377,&quot;top&quot;:108.72511811023621,&quot;width&quot;:1211.42472440944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PRESET_TEXT" val="Presentations are communication tools that can be used as demonstrations.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37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57.53614173228345,&quot;left&quot;:54.670440673828125,&quot;top&quot;:134,&quot;width&quot;:850.6591186523438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.800000011920929,&quot;colorType&quot;:1,&quot;foreColorIndex&quot;:5,&quot;transparency&quot;:0},&quot;type&quot;:1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0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8307_3*l_h_i*1_1_1"/>
  <p:tag name="KSO_WM_TEMPLATE_CATEGORY" val="diagram"/>
  <p:tag name="KSO_WM_TEMPLATE_INDEX" val="20238307"/>
  <p:tag name="KSO_WM_UNIT_LAYERLEVEL" val="1_1_1"/>
  <p:tag name="KSO_WM_TAG_VERSION" val="3.0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38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57.53614173228345,&quot;left&quot;:54.670440673828125,&quot;top&quot;:134,&quot;width&quot;:850.65911865234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8307_3*l_h_a*1_1_1"/>
  <p:tag name="KSO_WM_TEMPLATE_CATEGORY" val="diagram"/>
  <p:tag name="KSO_WM_TEMPLATE_INDEX" val="20238307"/>
  <p:tag name="KSO_WM_UNIT_LAYERLEVEL" val="1_1_1"/>
  <p:tag name="KSO_WM_TAG_VERSION" val="3.0"/>
  <p:tag name="KSO_WM_BEAUTIFY_FLAG" val="#wm#"/>
  <p:tag name="KSO_WM_UNIT_PRESET_TEXT" val="Title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39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57.53614173228345,&quot;left&quot;:54.670440673828125,&quot;top&quot;:134,&quot;width&quot;:850.65911865234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333333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8307_3*l_h_f*1_1_1"/>
  <p:tag name="KSO_WM_TEMPLATE_CATEGORY" val="diagram"/>
  <p:tag name="KSO_WM_TEMPLATE_INDEX" val="20238307"/>
  <p:tag name="KSO_WM_UNIT_LAYERLEVEL" val="1_1_1"/>
  <p:tag name="KSO_WM_TAG_VERSION" val="3.0"/>
  <p:tag name="KSO_WM_BEAUTIFY_FLAG" val="#wm#"/>
  <p:tag name="KSO_WM_UNIT_PRESET_TEXT" val="Click here to add text"/>
  <p:tag name="KSO_WM_DIAGRAM_USE_COLOR_VALUE" val="{&quot;color_scheme&quot;:1,&quot;color_type&quot;:1,&quot;theme_color_indexes&quot;:[5,6,5,6,5,6]}"/>
</p:tagLst>
</file>

<file path=ppt/tags/tag40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57.53614173228345,&quot;left&quot;:54.670440673828125,&quot;top&quot;:134,&quot;width&quot;:850.6591186523438}"/>
  <p:tag name="KSO_WM_DIAGRAM_COLOR_MATCH_VALUE" val="{&quot;shape&quot;:{&quot;fill&quot;:{&quot;gradient&quot;:[{&quot;brightness&quot;:0,&quot;colorType&quot;:1,&quot;foreColorIndex&quot;:5,&quot;pos&quot;:1,&quot;transparency&quot;:0},{&quot;brightness&quot;:0.30000001192092896,&quot;colorType&quot;:1,&quot;foreColorIndex&quot;:5,&quot;pos&quot;:0,&quot;transparency&quot;:0}],&quot;type&quot;:3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8307_3*l_h_i*1_1_2"/>
  <p:tag name="KSO_WM_TEMPLATE_CATEGORY" val="diagram"/>
  <p:tag name="KSO_WM_TEMPLATE_INDEX" val="20238307"/>
  <p:tag name="KSO_WM_UNIT_LAYERLEVEL" val="1_1_1"/>
  <p:tag name="KSO_WM_TAG_VERSION" val="3.0"/>
  <p:tag name="KSO_WM_BEAUTIFY_FLAG" val="#wm#"/>
  <p:tag name="KSO_WM_UNIT_FILL_TYPE" val="3"/>
  <p:tag name="KSO_WM_DIAGRAM_USE_COLOR_VALUE" val="{&quot;color_scheme&quot;:1,&quot;color_type&quot;:1,&quot;theme_color_indexes&quot;:[5,6,5,6,5,6]}"/>
</p:tagLst>
</file>

<file path=ppt/tags/tag41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57.53614173228345,&quot;left&quot;:54.670440673828125,&quot;top&quot;:134,&quot;width&quot;:850.6591186523438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0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3"/>
  <p:tag name="KSO_WM_UNIT_ID" val="diagram20238307_3*l_h_i*1_1_3"/>
  <p:tag name="KSO_WM_TEMPLATE_CATEGORY" val="diagram"/>
  <p:tag name="KSO_WM_TEMPLATE_INDEX" val="20238307"/>
  <p:tag name="KSO_WM_UNIT_LAYERLEVEL" val="1_1_1"/>
  <p:tag name="KSO_WM_TAG_VERSION" val="3.0"/>
  <p:tag name="KSO_WM_BEAUTIFY_FLAG" val="#wm#"/>
  <p:tag name="KSO_WM_DIAGRAM_USE_COLOR_VALUE" val="{&quot;color_scheme&quot;:1,&quot;color_type&quot;:1,&quot;theme_color_indexes&quot;:[5,6,5,6,5,6]}"/>
</p:tagLst>
</file>

<file path=ppt/tags/tag42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57.53614173228345,&quot;left&quot;:54.670440673828125,&quot;top&quot;:134,&quot;width&quot;:850.6591186523438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.800000011920929,&quot;colorType&quot;:1,&quot;foreColorIndex&quot;:5,&quot;transparency&quot;:0},&quot;type&quot;:1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0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8307_3*l_h_i*1_2_1"/>
  <p:tag name="KSO_WM_TEMPLATE_CATEGORY" val="diagram"/>
  <p:tag name="KSO_WM_TEMPLATE_INDEX" val="20238307"/>
  <p:tag name="KSO_WM_UNIT_LAYERLEVEL" val="1_1_1"/>
  <p:tag name="KSO_WM_TAG_VERSION" val="3.0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43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57.53614173228345,&quot;left&quot;:54.670440673828125,&quot;top&quot;:134,&quot;width&quot;:850.65911865234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8307_3*l_h_a*1_2_1"/>
  <p:tag name="KSO_WM_TEMPLATE_CATEGORY" val="diagram"/>
  <p:tag name="KSO_WM_TEMPLATE_INDEX" val="20238307"/>
  <p:tag name="KSO_WM_UNIT_LAYERLEVEL" val="1_1_1"/>
  <p:tag name="KSO_WM_TAG_VERSION" val="3.0"/>
  <p:tag name="KSO_WM_BEAUTIFY_FLAG" val="#wm#"/>
  <p:tag name="KSO_WM_UNIT_PRESET_TEXT" val="Title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44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57.53614173228345,&quot;left&quot;:54.670440673828125,&quot;top&quot;:134,&quot;width&quot;:850.65911865234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333333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8307_3*l_h_f*1_2_1"/>
  <p:tag name="KSO_WM_TEMPLATE_CATEGORY" val="diagram"/>
  <p:tag name="KSO_WM_TEMPLATE_INDEX" val="20238307"/>
  <p:tag name="KSO_WM_UNIT_LAYERLEVEL" val="1_1_1"/>
  <p:tag name="KSO_WM_TAG_VERSION" val="3.0"/>
  <p:tag name="KSO_WM_BEAUTIFY_FLAG" val="#wm#"/>
  <p:tag name="KSO_WM_UNIT_PRESET_TEXT" val="Click here to add text"/>
  <p:tag name="KSO_WM_DIAGRAM_USE_COLOR_VALUE" val="{&quot;color_scheme&quot;:1,&quot;color_type&quot;:1,&quot;theme_color_indexes&quot;:[5,6,5,6,5,6]}"/>
</p:tagLst>
</file>

<file path=ppt/tags/tag45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57.53614173228345,&quot;left&quot;:54.670440673828125,&quot;top&quot;:134,&quot;width&quot;:850.6591186523438}"/>
  <p:tag name="KSO_WM_DIAGRAM_COLOR_MATCH_VALUE" val="{&quot;shape&quot;:{&quot;fill&quot;:{&quot;gradient&quot;:[{&quot;brightness&quot;:0,&quot;colorType&quot;:1,&quot;foreColorIndex&quot;:5,&quot;pos&quot;:1,&quot;transparency&quot;:0},{&quot;brightness&quot;:0.30000001192092896,&quot;colorType&quot;:1,&quot;foreColorIndex&quot;:5,&quot;pos&quot;:0,&quot;transparency&quot;:0}],&quot;type&quot;:3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8307_3*l_h_i*1_2_2"/>
  <p:tag name="KSO_WM_TEMPLATE_CATEGORY" val="diagram"/>
  <p:tag name="KSO_WM_TEMPLATE_INDEX" val="20238307"/>
  <p:tag name="KSO_WM_UNIT_LAYERLEVEL" val="1_1_1"/>
  <p:tag name="KSO_WM_TAG_VERSION" val="3.0"/>
  <p:tag name="KSO_WM_BEAUTIFY_FLAG" val="#wm#"/>
  <p:tag name="KSO_WM_UNIT_FILL_TYPE" val="3"/>
  <p:tag name="KSO_WM_DIAGRAM_USE_COLOR_VALUE" val="{&quot;color_scheme&quot;:1,&quot;color_type&quot;:1,&quot;theme_color_indexes&quot;:[5,6,5,6,5,6]}"/>
</p:tagLst>
</file>

<file path=ppt/tags/tag46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57.53614173228345,&quot;left&quot;:54.670440673828125,&quot;top&quot;:134,&quot;width&quot;:850.6591186523438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0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3"/>
  <p:tag name="KSO_WM_UNIT_ID" val="diagram20238307_3*l_h_i*1_2_3"/>
  <p:tag name="KSO_WM_TEMPLATE_CATEGORY" val="diagram"/>
  <p:tag name="KSO_WM_TEMPLATE_INDEX" val="20238307"/>
  <p:tag name="KSO_WM_UNIT_LAYERLEVEL" val="1_1_1"/>
  <p:tag name="KSO_WM_TAG_VERSION" val="3.0"/>
  <p:tag name="KSO_WM_BEAUTIFY_FLAG" val="#wm#"/>
  <p:tag name="KSO_WM_DIAGRAM_USE_COLOR_VALUE" val="{&quot;color_scheme&quot;:1,&quot;color_type&quot;:1,&quot;theme_color_indexes&quot;:[5,6,5,6,5,6]}"/>
</p:tagLst>
</file>

<file path=ppt/tags/tag47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57.53614173228345,&quot;left&quot;:54.670440673828125,&quot;top&quot;:134,&quot;width&quot;:850.6591186523438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.800000011920929,&quot;colorType&quot;:1,&quot;foreColorIndex&quot;:5,&quot;transparency&quot;:0},&quot;type&quot;:1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0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238307_3*l_h_i*1_3_1"/>
  <p:tag name="KSO_WM_TEMPLATE_CATEGORY" val="diagram"/>
  <p:tag name="KSO_WM_TEMPLATE_INDEX" val="20238307"/>
  <p:tag name="KSO_WM_UNIT_LAYERLEVEL" val="1_1_1"/>
  <p:tag name="KSO_WM_TAG_VERSION" val="3.0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48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57.53614173228345,&quot;left&quot;:54.670440673828125,&quot;top&quot;:134,&quot;width&quot;:850.65911865234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8307_3*l_h_a*1_3_1"/>
  <p:tag name="KSO_WM_TEMPLATE_CATEGORY" val="diagram"/>
  <p:tag name="KSO_WM_TEMPLATE_INDEX" val="20238307"/>
  <p:tag name="KSO_WM_UNIT_LAYERLEVEL" val="1_1_1"/>
  <p:tag name="KSO_WM_TAG_VERSION" val="3.0"/>
  <p:tag name="KSO_WM_BEAUTIFY_FLAG" val="#wm#"/>
  <p:tag name="KSO_WM_UNIT_PRESET_TEXT" val="Title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49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57.53614173228345,&quot;left&quot;:54.670440673828125,&quot;top&quot;:134,&quot;width&quot;:850.65911865234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333333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8307_3*l_h_f*1_3_1"/>
  <p:tag name="KSO_WM_TEMPLATE_CATEGORY" val="diagram"/>
  <p:tag name="KSO_WM_TEMPLATE_INDEX" val="20238307"/>
  <p:tag name="KSO_WM_UNIT_LAYERLEVEL" val="1_1_1"/>
  <p:tag name="KSO_WM_TAG_VERSION" val="3.0"/>
  <p:tag name="KSO_WM_BEAUTIFY_FLAG" val="#wm#"/>
  <p:tag name="KSO_WM_UNIT_PRESET_TEXT" val="Click here to add text"/>
  <p:tag name="KSO_WM_DIAGRAM_USE_COLOR_VALUE" val="{&quot;color_scheme&quot;:1,&quot;color_type&quot;:1,&quot;theme_color_indexes&quot;:[5,6,5,6,5,6]}"/>
</p:tagLst>
</file>

<file path=ppt/tags/tag50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57.53614173228345,&quot;left&quot;:54.670440673828125,&quot;top&quot;:134,&quot;width&quot;:850.6591186523438}"/>
  <p:tag name="KSO_WM_DIAGRAM_COLOR_MATCH_VALUE" val="{&quot;shape&quot;:{&quot;fill&quot;:{&quot;gradient&quot;:[{&quot;brightness&quot;:0,&quot;colorType&quot;:1,&quot;foreColorIndex&quot;:5,&quot;pos&quot;:1,&quot;transparency&quot;:0},{&quot;brightness&quot;:0.30000001192092896,&quot;colorType&quot;:1,&quot;foreColorIndex&quot;:5,&quot;pos&quot;:0,&quot;transparency&quot;:0}],&quot;type&quot;:3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diagram20238307_3*l_h_i*1_3_2"/>
  <p:tag name="KSO_WM_TEMPLATE_CATEGORY" val="diagram"/>
  <p:tag name="KSO_WM_TEMPLATE_INDEX" val="20238307"/>
  <p:tag name="KSO_WM_UNIT_LAYERLEVEL" val="1_1_1"/>
  <p:tag name="KSO_WM_TAG_VERSION" val="3.0"/>
  <p:tag name="KSO_WM_BEAUTIFY_FLAG" val="#wm#"/>
  <p:tag name="KSO_WM_UNIT_FILL_TYPE" val="3"/>
  <p:tag name="KSO_WM_DIAGRAM_USE_COLOR_VALUE" val="{&quot;color_scheme&quot;:1,&quot;color_type&quot;:1,&quot;theme_color_indexes&quot;:[5,6,5,6,5,6]}"/>
</p:tagLst>
</file>

<file path=ppt/tags/tag51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57.53614173228345,&quot;left&quot;:54.670440673828125,&quot;top&quot;:134,&quot;width&quot;:850.6591186523438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0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3"/>
  <p:tag name="KSO_WM_UNIT_ID" val="diagram20238307_3*l_h_i*1_3_3"/>
  <p:tag name="KSO_WM_TEMPLATE_CATEGORY" val="diagram"/>
  <p:tag name="KSO_WM_TEMPLATE_INDEX" val="20238307"/>
  <p:tag name="KSO_WM_UNIT_LAYERLEVEL" val="1_1_1"/>
  <p:tag name="KSO_WM_TAG_VERSION" val="3.0"/>
  <p:tag name="KSO_WM_BEAUTIFY_FLAG" val="#wm#"/>
  <p:tag name="KSO_WM_DIAGRAM_USE_COLOR_VALUE" val="{&quot;color_scheme&quot;:1,&quot;color_type&quot;:1,&quot;theme_color_indexes&quot;:[5,6,5,6,5,6]}"/>
</p:tagLst>
</file>

<file path=ppt/tags/tag52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57.53614173228345,&quot;left&quot;:54.670440673828125,&quot;top&quot;:134,&quot;width&quot;:850.6591186523438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.800000011920929,&quot;colorType&quot;:1,&quot;foreColorIndex&quot;:5,&quot;transparency&quot;:0},&quot;type&quot;:1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0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1"/>
  <p:tag name="KSO_WM_UNIT_ID" val="diagram20238307_3*l_h_i*1_4_1"/>
  <p:tag name="KSO_WM_TEMPLATE_CATEGORY" val="diagram"/>
  <p:tag name="KSO_WM_TEMPLATE_INDEX" val="20238307"/>
  <p:tag name="KSO_WM_UNIT_LAYERLEVEL" val="1_1_1"/>
  <p:tag name="KSO_WM_TAG_VERSION" val="3.0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53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57.53614173228345,&quot;left&quot;:54.670440673828125,&quot;top&quot;:134,&quot;width&quot;:850.65911865234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4_1"/>
  <p:tag name="KSO_WM_UNIT_ID" val="diagram20238307_3*l_h_a*1_4_1"/>
  <p:tag name="KSO_WM_TEMPLATE_CATEGORY" val="diagram"/>
  <p:tag name="KSO_WM_TEMPLATE_INDEX" val="20238307"/>
  <p:tag name="KSO_WM_UNIT_LAYERLEVEL" val="1_1_1"/>
  <p:tag name="KSO_WM_TAG_VERSION" val="3.0"/>
  <p:tag name="KSO_WM_BEAUTIFY_FLAG" val="#wm#"/>
  <p:tag name="KSO_WM_UNIT_PRESET_TEXT" val="Title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54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57.53614173228345,&quot;left&quot;:54.670440673828125,&quot;top&quot;:134,&quot;width&quot;:850.65911865234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333333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diagram20238307_3*l_h_f*1_4_1"/>
  <p:tag name="KSO_WM_TEMPLATE_CATEGORY" val="diagram"/>
  <p:tag name="KSO_WM_TEMPLATE_INDEX" val="20238307"/>
  <p:tag name="KSO_WM_UNIT_LAYERLEVEL" val="1_1_1"/>
  <p:tag name="KSO_WM_TAG_VERSION" val="3.0"/>
  <p:tag name="KSO_WM_BEAUTIFY_FLAG" val="#wm#"/>
  <p:tag name="KSO_WM_UNIT_PRESET_TEXT" val="Click here to add text"/>
  <p:tag name="KSO_WM_DIAGRAM_USE_COLOR_VALUE" val="{&quot;color_scheme&quot;:1,&quot;color_type&quot;:1,&quot;theme_color_indexes&quot;:[5,6,5,6,5,6]}"/>
</p:tagLst>
</file>

<file path=ppt/tags/tag55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57.53614173228345,&quot;left&quot;:54.670440673828125,&quot;top&quot;:134,&quot;width&quot;:850.6591186523438}"/>
  <p:tag name="KSO_WM_DIAGRAM_COLOR_MATCH_VALUE" val="{&quot;shape&quot;:{&quot;fill&quot;:{&quot;gradient&quot;:[{&quot;brightness&quot;:0,&quot;colorType&quot;:1,&quot;foreColorIndex&quot;:5,&quot;pos&quot;:1,&quot;transparency&quot;:0},{&quot;brightness&quot;:0.30000001192092896,&quot;colorType&quot;:1,&quot;foreColorIndex&quot;:5,&quot;pos&quot;:0,&quot;transparency&quot;:0}],&quot;type&quot;:3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2"/>
  <p:tag name="KSO_WM_UNIT_ID" val="diagram20238307_3*l_h_i*1_4_2"/>
  <p:tag name="KSO_WM_TEMPLATE_CATEGORY" val="diagram"/>
  <p:tag name="KSO_WM_TEMPLATE_INDEX" val="20238307"/>
  <p:tag name="KSO_WM_UNIT_LAYERLEVEL" val="1_1_1"/>
  <p:tag name="KSO_WM_TAG_VERSION" val="3.0"/>
  <p:tag name="KSO_WM_BEAUTIFY_FLAG" val="#wm#"/>
  <p:tag name="KSO_WM_UNIT_FILL_TYPE" val="3"/>
  <p:tag name="KSO_WM_DIAGRAM_USE_COLOR_VALUE" val="{&quot;color_scheme&quot;:1,&quot;color_type&quot;:1,&quot;theme_color_indexes&quot;:[5,6,5,6,5,6]}"/>
</p:tagLst>
</file>

<file path=ppt/tags/tag56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57.53614173228345,&quot;left&quot;:54.670440673828125,&quot;top&quot;:134,&quot;width&quot;:850.6591186523438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0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3"/>
  <p:tag name="KSO_WM_UNIT_ID" val="diagram20238307_3*l_h_i*1_4_3"/>
  <p:tag name="KSO_WM_TEMPLATE_CATEGORY" val="diagram"/>
  <p:tag name="KSO_WM_TEMPLATE_INDEX" val="20238307"/>
  <p:tag name="KSO_WM_UNIT_LAYERLEVEL" val="1_1_1"/>
  <p:tag name="KSO_WM_TAG_VERSION" val="3.0"/>
  <p:tag name="KSO_WM_BEAUTIFY_FLAG" val="#wm#"/>
  <p:tag name="KSO_WM_DIAGRAM_USE_COLOR_VALUE" val="{&quot;color_scheme&quot;:1,&quot;color_type&quot;:1,&quot;theme_color_indexes&quot;:[5,6,5,6,5,6]}"/>
</p:tagLst>
</file>

<file path=ppt/tags/tag57.xml><?xml version="1.0" encoding="utf-8"?>
<p:tagLst xmlns:p="http://schemas.openxmlformats.org/presentationml/2006/main">
  <p:tag name="resource_record_key" val="{&quot;70&quot;:[3318907,3318871,3318883,3319440,3318895,3318855,3322085,3321504]}"/>
</p:tagLst>
</file>

<file path=ppt/theme/theme1.xml><?xml version="1.0" encoding="utf-8"?>
<a:theme xmlns:a="http://schemas.openxmlformats.org/drawingml/2006/main" name="Facet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2765</Words>
  <Application>WPS Presentation</Application>
  <PresentationFormat>Widescreen</PresentationFormat>
  <Paragraphs>181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6" baseType="lpstr">
      <vt:lpstr>Arial</vt:lpstr>
      <vt:lpstr>SimSun</vt:lpstr>
      <vt:lpstr>Wingdings</vt:lpstr>
      <vt:lpstr>Wingdings 3</vt:lpstr>
      <vt:lpstr>Arial</vt:lpstr>
      <vt:lpstr>Times New Roman</vt:lpstr>
      <vt:lpstr>Times New Roman</vt:lpstr>
      <vt:lpstr>Wingdings</vt:lpstr>
      <vt:lpstr>Sriracha</vt:lpstr>
      <vt:lpstr>Segoe Print</vt:lpstr>
      <vt:lpstr>Microsoft YaHei</vt:lpstr>
      <vt:lpstr>Arial Unicode MS</vt:lpstr>
      <vt:lpstr>Trebuchet MS</vt:lpstr>
      <vt:lpstr>Calibri</vt:lpstr>
      <vt:lpstr>华文新魏</vt:lpstr>
      <vt:lpstr>Tahoma</vt:lpstr>
      <vt:lpstr>Manrope ExtraBold</vt:lpstr>
      <vt:lpstr>Lato</vt:lpstr>
      <vt:lpstr>Facet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</dc:creator>
  <cp:lastModifiedBy>Hương Kim</cp:lastModifiedBy>
  <cp:revision>12</cp:revision>
  <dcterms:created xsi:type="dcterms:W3CDTF">2026-06-26T16:52:00Z</dcterms:created>
  <dcterms:modified xsi:type="dcterms:W3CDTF">2026-06-28T18:21:53Z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22638C18FC13490CA43B410A7855579E_13</vt:lpwstr>
  </property>
  <property fmtid="{D5CDD505-2E9C-101B-9397-08002B2CF9AE}" pid="3" name="KSOProductBuildVer">
    <vt:lpwstr>1033-12.1.0.26880</vt:lpwstr>
  </property>
</Properties>
</file>